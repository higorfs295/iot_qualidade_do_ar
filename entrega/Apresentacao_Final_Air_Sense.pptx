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16e215eb9b945f4" /><Relationship Type="http://schemas.openxmlformats.org/officeDocument/2006/relationships/extended-properties" Target="/docProps/app.xml" Id="Rfe4b80b24b684797" /><Relationship Type="http://schemas.openxmlformats.org/officeDocument/2006/relationships/officeDocument" Target="/ppt/presentation.xml" Id="R7b94abeabd604a3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2ec65fde0264425"/>
    <p:sldMasterId xmlns:r="http://schemas.openxmlformats.org/officeDocument/2006/relationships" id="2147483660" r:id="Rfbf8c6ec7af14470"/>
  </p:sldMasterIdLst>
  <p:notesMasterIdLst>
    <p:notesMasterId xmlns:r="http://schemas.openxmlformats.org/officeDocument/2006/relationships" r:id="R483a0f52a2e641c9"/>
  </p:notesMasterIdLst>
  <p:sldIdLst>
    <p:sldId xmlns:r="http://schemas.openxmlformats.org/officeDocument/2006/relationships" id="256" r:id="Ra1096d8612a94281"/>
    <p:sldId xmlns:r="http://schemas.openxmlformats.org/officeDocument/2006/relationships" id="257" r:id="R964e4e9e40cc48a7"/>
    <p:sldId xmlns:r="http://schemas.openxmlformats.org/officeDocument/2006/relationships" id="258" r:id="R03498808d0004114"/>
    <p:sldId xmlns:r="http://schemas.openxmlformats.org/officeDocument/2006/relationships" id="259" r:id="Rfe4f845d2f7c4b17"/>
    <p:sldId xmlns:r="http://schemas.openxmlformats.org/officeDocument/2006/relationships" id="260" r:id="R3d23d016f7654266"/>
    <p:sldId xmlns:r="http://schemas.openxmlformats.org/officeDocument/2006/relationships" id="261" r:id="R5c2b6a8dafbf4441"/>
    <p:sldId xmlns:r="http://schemas.openxmlformats.org/officeDocument/2006/relationships" id="262" r:id="R8051ea22f6a34c54"/>
    <p:sldId xmlns:r="http://schemas.openxmlformats.org/officeDocument/2006/relationships" id="263" r:id="R27b48b9f86244c42"/>
    <p:sldId xmlns:r="http://schemas.openxmlformats.org/officeDocument/2006/relationships" id="264" r:id="Rd5a3c12c46164ca7"/>
    <p:sldId xmlns:r="http://schemas.openxmlformats.org/officeDocument/2006/relationships" id="265" r:id="R080aeca6609d4be2"/>
    <p:sldId xmlns:r="http://schemas.openxmlformats.org/officeDocument/2006/relationships" id="266" r:id="R0f58f67771da4146"/>
    <p:sldId xmlns:r="http://schemas.openxmlformats.org/officeDocument/2006/relationships" id="267" r:id="R0c120be80ba248ab"/>
    <p:sldId xmlns:r="http://schemas.openxmlformats.org/officeDocument/2006/relationships" id="268" r:id="Rb3447bafb472415b"/>
    <p:sldId xmlns:r="http://schemas.openxmlformats.org/officeDocument/2006/relationships" id="269" r:id="Rd7781f227cd34ab4"/>
    <p:sldId xmlns:r="http://schemas.openxmlformats.org/officeDocument/2006/relationships" id="270" r:id="Rad75f934bd50409e"/>
    <p:sldId xmlns:r="http://schemas.openxmlformats.org/officeDocument/2006/relationships" id="271" r:id="R568acecd74664845"/>
  </p:sldIdLst>
  <p:sldSz cx="1218895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xmlns:r="http://schemas.openxmlformats.org/officeDocument/2006/relationships" def="{93996620-A6B8-4C1D-A588-0D54807D5284}">
  <a:tblStyle styleId="{93996620-A6B8-4C1D-A588-0D54807D5284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dbb7913bb2b4b4e" /><Relationship Type="http://schemas.openxmlformats.org/officeDocument/2006/relationships/slideMaster" Target="/ppt/slideMasters/slideMaster1.xml" Id="R92ec65fde0264425" /><Relationship Type="http://schemas.openxmlformats.org/officeDocument/2006/relationships/slideMaster" Target="/ppt/slideMasters/slideMaster2.xml" Id="Rfbf8c6ec7af14470" /><Relationship Type="http://schemas.openxmlformats.org/officeDocument/2006/relationships/notesMaster" Target="/ppt/notesMasters/notesMaster1.xml" Id="R483a0f52a2e641c9" /><Relationship Type="http://schemas.openxmlformats.org/officeDocument/2006/relationships/presProps" Target="/ppt/presProps.xml" Id="R22b729c5f8a14248" /><Relationship Type="http://schemas.openxmlformats.org/officeDocument/2006/relationships/viewProps" Target="/ppt/viewProps.xml" Id="Rd5df3df7e9784ffe" /><Relationship Type="http://schemas.openxmlformats.org/officeDocument/2006/relationships/tableStyles" Target="/ppt/tableStyles.xml" Id="Rf1d1099bc10f43ac" /><Relationship Type="http://schemas.openxmlformats.org/officeDocument/2006/relationships/slide" Target="/ppt/slides/slide1.xml" Id="Ra1096d8612a94281" /><Relationship Type="http://schemas.openxmlformats.org/officeDocument/2006/relationships/slide" Target="/ppt/slides/slide2.xml" Id="R964e4e9e40cc48a7" /><Relationship Type="http://schemas.openxmlformats.org/officeDocument/2006/relationships/slide" Target="/ppt/slides/slide3.xml" Id="R03498808d0004114" /><Relationship Type="http://schemas.openxmlformats.org/officeDocument/2006/relationships/slide" Target="/ppt/slides/slide4.xml" Id="Rfe4f845d2f7c4b17" /><Relationship Type="http://schemas.openxmlformats.org/officeDocument/2006/relationships/slide" Target="/ppt/slides/slide5.xml" Id="R3d23d016f7654266" /><Relationship Type="http://schemas.openxmlformats.org/officeDocument/2006/relationships/slide" Target="/ppt/slides/slide6.xml" Id="R5c2b6a8dafbf4441" /><Relationship Type="http://schemas.openxmlformats.org/officeDocument/2006/relationships/slide" Target="/ppt/slides/slide7.xml" Id="R8051ea22f6a34c54" /><Relationship Type="http://schemas.openxmlformats.org/officeDocument/2006/relationships/slide" Target="/ppt/slides/slide8.xml" Id="R27b48b9f86244c42" /><Relationship Type="http://schemas.openxmlformats.org/officeDocument/2006/relationships/slide" Target="/ppt/slides/slide9.xml" Id="Rd5a3c12c46164ca7" /><Relationship Type="http://schemas.openxmlformats.org/officeDocument/2006/relationships/slide" Target="/ppt/slides/slide10.xml" Id="R080aeca6609d4be2" /><Relationship Type="http://schemas.openxmlformats.org/officeDocument/2006/relationships/slide" Target="/ppt/slides/slide11.xml" Id="R0f58f67771da4146" /><Relationship Type="http://schemas.openxmlformats.org/officeDocument/2006/relationships/slide" Target="/ppt/slides/slide12.xml" Id="R0c120be80ba248ab" /><Relationship Type="http://schemas.openxmlformats.org/officeDocument/2006/relationships/slide" Target="/ppt/slides/slide13.xml" Id="Rb3447bafb472415b" /><Relationship Type="http://schemas.openxmlformats.org/officeDocument/2006/relationships/slide" Target="/ppt/slides/slide14.xml" Id="Rd7781f227cd34ab4" /><Relationship Type="http://schemas.openxmlformats.org/officeDocument/2006/relationships/slide" Target="/ppt/slides/slide15.xml" Id="Rad75f934bd50409e" /><Relationship Type="http://schemas.openxmlformats.org/officeDocument/2006/relationships/slide" Target="/ppt/slides/slide16.xml" Id="R568acecd7466484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5803cfb7ebda4ec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17966d8e2a64d64" /><Relationship Type="http://schemas.openxmlformats.org/officeDocument/2006/relationships/notesMaster" Target="/ppt/notesMasters/notesMaster1.xml" Id="R32d4125727cf4ba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f3d7ac23fd54228" /><Relationship Type="http://schemas.openxmlformats.org/officeDocument/2006/relationships/notesMaster" Target="/ppt/notesMasters/notesMaster1.xml" Id="R6356d72f1021424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13314660baa415b" /><Relationship Type="http://schemas.openxmlformats.org/officeDocument/2006/relationships/notesMaster" Target="/ppt/notesMasters/notesMaster1.xml" Id="R1d7957450e7d4c6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51aad7730614420" /><Relationship Type="http://schemas.openxmlformats.org/officeDocument/2006/relationships/notesMaster" Target="/ppt/notesMasters/notesMaster1.xml" Id="Redf770f172d046d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1e553e14fca4203" /><Relationship Type="http://schemas.openxmlformats.org/officeDocument/2006/relationships/notesMaster" Target="/ppt/notesMasters/notesMaster1.xml" Id="Ra65471d6214a4a4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aba9d782eb3427d" /><Relationship Type="http://schemas.openxmlformats.org/officeDocument/2006/relationships/notesMaster" Target="/ppt/notesMasters/notesMaster1.xml" Id="Refe7aeacee5940f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572ab9655db443c" /><Relationship Type="http://schemas.openxmlformats.org/officeDocument/2006/relationships/notesMaster" Target="/ppt/notesMasters/notesMaster1.xml" Id="Ref00f2e818034a6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8cc861b81f346f1" /><Relationship Type="http://schemas.openxmlformats.org/officeDocument/2006/relationships/notesMaster" Target="/ppt/notesMasters/notesMaster1.xml" Id="R757cb7b5e122471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c18cb4c43d348df" /><Relationship Type="http://schemas.openxmlformats.org/officeDocument/2006/relationships/notesMaster" Target="/ppt/notesMasters/notesMaster1.xml" Id="Rdda3ecfffc01447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15f09e6bcfb41d4" /><Relationship Type="http://schemas.openxmlformats.org/officeDocument/2006/relationships/notesMaster" Target="/ppt/notesMasters/notesMaster1.xml" Id="Rb5effe4926c94d3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b0f547f07a74980" /><Relationship Type="http://schemas.openxmlformats.org/officeDocument/2006/relationships/notesMaster" Target="/ppt/notesMasters/notesMaster1.xml" Id="R878dc39e605d49c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9ac4fb2f7674f66" /><Relationship Type="http://schemas.openxmlformats.org/officeDocument/2006/relationships/notesMaster" Target="/ppt/notesMasters/notesMaster1.xml" Id="Rb7cc2cba82da456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af1c24bbfc34f09" /><Relationship Type="http://schemas.openxmlformats.org/officeDocument/2006/relationships/notesMaster" Target="/ppt/notesMasters/notesMaster1.xml" Id="Ra086489647fe488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34796206e25459b" /><Relationship Type="http://schemas.openxmlformats.org/officeDocument/2006/relationships/notesMaster" Target="/ppt/notesMasters/notesMaster1.xml" Id="R43f736818116455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035b39131d94ccb" /><Relationship Type="http://schemas.openxmlformats.org/officeDocument/2006/relationships/notesMaster" Target="/ppt/notesMasters/notesMaster1.xml" Id="R1ff3ad37dd9a48b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1f9311d40f14564" /><Relationship Type="http://schemas.openxmlformats.org/officeDocument/2006/relationships/notesMaster" Target="/ppt/notesMasters/notesMaster1.xml" Id="Rd415a9dea62745d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Apresente a tese: uma base integrada e verificável, não um instrumento certificado.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README.md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docs/RELATORIO_VERIFICACAO_FINAL.md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Explique a narrativa em quatro blocos e antecipe a demonstração visual.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README.md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docs/ROADMAP_GERAL.md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Destaque que o problema inclui preservar contexto, não somente coletar números.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docs/CONTRATO_TELEMETRIA.md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firmware/src/hal/fonte_fisica.cpp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Conecte cada objetivo ao subsistema correspondente.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README.md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BASE_FINAL.md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Transição curta para a arquitetura implementada.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docs/RELATORIO_VERIFICACAO_FINAL.md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Siga o fluxo da esquerda para a direita; AWS é caminho codificado, não implantado.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README.md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docs/CONTRATO_TELEMETRIA.md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infra/aws/sandbox.template.json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Explique a pinagem e reforce que o segundo VIN pode ser VN/GPIO39.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docs/PINOUT_ESP32_WROOM32_30P.md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hardware/pcb/bom.csv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docs/ROADMAP_HARDWARE_EASYEDA.md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Mostre como a robustez foi implementada sem fila dinâmica ou payload grande.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firmware/README.md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docs/MEMORIA_ESP32_WROOM32.md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Use a tabela para explicar identidade, ordem, nulos e qualidade.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docs/CONTRATO_TELEMETRIA.md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docs/telemetria-v1.1.schema.json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Mostre Agora e Histórico; demo/live/offline são sempre rotulados.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dashboard/web/public/index.html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dashboard/web/public/app.js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tmp/web-desktop-v2.png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tmp/web-history-v2.png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 APK é piloto com assinatura debug, não binário de loja.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mobile/README.md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mobile/docs/images/dashboard-demo-dark.png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entrega/mobile/README.md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Explique SQS/DLQ e o consumidor idempotente; nenhuma conta foi alterada.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infra/aws/sandbox.template.json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infra/aws/lambda_ingest/README.md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Separe testes, compilação e gates externos; as barras mostram flash por slot OTA.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docs/RELATORIO_VERIFICACAO_FINAL.md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firmware/README.md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Feche com ações concretas para PCB, case e sandbox/piloto.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docs/ROADMAP_HARDWARE_EASYEDA.md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docs/ROADMAP_CASE_SOLIDWORKS.md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docs/ROADMAP_SOFTWARE.md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Resuma o que está pronto e o que depende de evidência física/externa.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docs/STATUS_PROJETO.md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docs/PLANO_TESTES.md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Abra para perguntas e mantenha o repositório como fonte de detalhes.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README.md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7470d8bc0d4f9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8d05cc2fd24ec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2ed28315fc4f4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bdca64e11c4e3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ac99b122ba4b3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942f3d64ac41aa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6429d61d794cd7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0e9a3f3c714bdd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8a47e3034a49c3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def627fcbd495e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d37ba9bccb4330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e2870f7b6a9432b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346ec40885246c1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3858ed243a740ca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edf7add321f4552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b9b3da3bbb44879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7df5e53e5c445c2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d81a38c336742f6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3595a6a0f7540c4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6121d657ad34628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e9afa097fc546e0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aa94e79fe0b40ae" /></Relationships>
</file>

<file path=ppt/slideLayouts/slideLayout1.xml><?xml version="1.0" encoding="utf-8"?>
<p:sldLayout xmlns:p="http://schemas.openxmlformats.org/presentationml/2006/main" matchingName="Title Only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Google Shape;12;p17">
            <a:extLst xmlns:a="http://schemas.openxmlformats.org/drawingml/2006/main">
              <a:ext uri="{FF2B5EF4-FFF2-40B4-BE49-F238E27FC236}">
                <a16:creationId xmlns:a16="http://schemas.microsoft.com/office/drawing/2014/main" id="{484C19D1-9BEF-4C6B-8C70-82B9CFB42A8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13" name="Google Shape;13;p17">
            <a:extLst xmlns:a="http://schemas.openxmlformats.org/drawingml/2006/main">
              <a:ext uri="{FF2B5EF4-FFF2-40B4-BE49-F238E27FC236}">
                <a16:creationId xmlns:a16="http://schemas.microsoft.com/office/drawing/2014/main" id="{9D54A3E5-1DB9-423E-88B3-DCB8E3B8C58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14" name="Google Shape;14;p17">
            <a:extLst xmlns:a="http://schemas.openxmlformats.org/drawingml/2006/main">
              <a:ext uri="{FF2B5EF4-FFF2-40B4-BE49-F238E27FC236}">
                <a16:creationId xmlns:a16="http://schemas.microsoft.com/office/drawing/2014/main" id="{C7663B15-711C-4E44-A10E-65C55C90A3B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15" name="Google Shape;15;p17">
            <a:extLst xmlns:a="http://schemas.openxmlformats.org/drawingml/2006/main">
              <a:ext uri="{FF2B5EF4-FFF2-40B4-BE49-F238E27FC236}">
                <a16:creationId xmlns:a16="http://schemas.microsoft.com/office/drawing/2014/main" id="{67B6CFAE-0A73-4CB7-B89A-39DDB1F216E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2.xml><?xml version="1.0" encoding="utf-8"?>
<p:sldLayout xmlns:p="http://schemas.openxmlformats.org/presentationml/2006/main" matchingName="Title Slide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oogle Shape;17;p18">
            <a:extLst xmlns:a="http://schemas.openxmlformats.org/drawingml/2006/main">
              <a:ext uri="{FF2B5EF4-FFF2-40B4-BE49-F238E27FC236}">
                <a16:creationId xmlns:a16="http://schemas.microsoft.com/office/drawing/2014/main" id="{D3CAB5C2-85B8-4C96-85C0-7A3E759E1D80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18" name="Google Shape;18;p18">
            <a:extLst xmlns:a="http://schemas.openxmlformats.org/drawingml/2006/main">
              <a:ext uri="{FF2B5EF4-FFF2-40B4-BE49-F238E27FC236}">
                <a16:creationId xmlns:a16="http://schemas.microsoft.com/office/drawing/2014/main" id="{3A62C83D-0AFB-4C6D-9B17-D7F9B6CBD0D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19" name="Google Shape;19;p18">
            <a:extLst xmlns:a="http://schemas.openxmlformats.org/drawingml/2006/main">
              <a:ext uri="{FF2B5EF4-FFF2-40B4-BE49-F238E27FC236}">
                <a16:creationId xmlns:a16="http://schemas.microsoft.com/office/drawing/2014/main" id="{AC013A35-FB8E-41A6-A950-16A15ADF180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20" name="Google Shape;20;p18">
            <a:extLst xmlns:a="http://schemas.openxmlformats.org/drawingml/2006/main">
              <a:ext uri="{FF2B5EF4-FFF2-40B4-BE49-F238E27FC236}">
                <a16:creationId xmlns:a16="http://schemas.microsoft.com/office/drawing/2014/main" id="{4709F0A4-41FD-4128-9731-2EAA0AEA70A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21" name="Google Shape;21;p18">
            <a:extLst xmlns:a="http://schemas.openxmlformats.org/drawingml/2006/main">
              <a:ext uri="{FF2B5EF4-FFF2-40B4-BE49-F238E27FC236}">
                <a16:creationId xmlns:a16="http://schemas.microsoft.com/office/drawing/2014/main" id="{2F355DD3-59CF-4545-A20C-F54C44CD7D1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Title and Content" type="obj">
  <p:cSld name="OBJEC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Google Shape;23;p19">
            <a:extLst xmlns:a="http://schemas.openxmlformats.org/drawingml/2006/main">
              <a:ext uri="{FF2B5EF4-FFF2-40B4-BE49-F238E27FC236}">
                <a16:creationId xmlns:a16="http://schemas.microsoft.com/office/drawing/2014/main" id="{CF22C132-C93C-4B59-82FB-592A83CCAF3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24" name="Google Shape;24;p19">
            <a:extLst xmlns:a="http://schemas.openxmlformats.org/drawingml/2006/main">
              <a:ext uri="{FF2B5EF4-FFF2-40B4-BE49-F238E27FC236}">
                <a16:creationId xmlns:a16="http://schemas.microsoft.com/office/drawing/2014/main" id="{B6DAFD2D-D86A-4B84-BEBF-41EC977B716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25" name="Google Shape;25;p19">
            <a:extLst xmlns:a="http://schemas.openxmlformats.org/drawingml/2006/main">
              <a:ext uri="{FF2B5EF4-FFF2-40B4-BE49-F238E27FC236}">
                <a16:creationId xmlns:a16="http://schemas.microsoft.com/office/drawing/2014/main" id="{2F33C8FF-4819-41ED-BA56-594DFAF6834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26" name="Google Shape;26;p19">
            <a:extLst xmlns:a="http://schemas.openxmlformats.org/drawingml/2006/main">
              <a:ext uri="{FF2B5EF4-FFF2-40B4-BE49-F238E27FC236}">
                <a16:creationId xmlns:a16="http://schemas.microsoft.com/office/drawing/2014/main" id="{025BBAF7-CB1D-429D-AD23-C0CF48B9BF2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27" name="Google Shape;27;p19">
            <a:extLst xmlns:a="http://schemas.openxmlformats.org/drawingml/2006/main">
              <a:ext uri="{FF2B5EF4-FFF2-40B4-BE49-F238E27FC236}">
                <a16:creationId xmlns:a16="http://schemas.microsoft.com/office/drawing/2014/main" id="{1C957DDA-CAB9-4CAD-B904-682B7550029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4.xml><?xml version="1.0" encoding="utf-8"?>
<p:sldLayout xmlns:p="http://schemas.openxmlformats.org/presentationml/2006/main" matchingName="Section Header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Google Shape;29;p20">
            <a:extLst xmlns:a="http://schemas.openxmlformats.org/drawingml/2006/main">
              <a:ext uri="{FF2B5EF4-FFF2-40B4-BE49-F238E27FC236}">
                <a16:creationId xmlns:a16="http://schemas.microsoft.com/office/drawing/2014/main" id="{9EA4B6C3-5069-4389-9DF8-BC7BB16757B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30" name="Google Shape;30;p20">
            <a:extLst xmlns:a="http://schemas.openxmlformats.org/drawingml/2006/main">
              <a:ext uri="{FF2B5EF4-FFF2-40B4-BE49-F238E27FC236}">
                <a16:creationId xmlns:a16="http://schemas.microsoft.com/office/drawing/2014/main" id="{9644960A-AC99-48FB-B0D1-7D6D4851C28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marL="45720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31" name="Google Shape;31;p20">
            <a:extLst xmlns:a="http://schemas.openxmlformats.org/drawingml/2006/main">
              <a:ext uri="{FF2B5EF4-FFF2-40B4-BE49-F238E27FC236}">
                <a16:creationId xmlns:a16="http://schemas.microsoft.com/office/drawing/2014/main" id="{3FE689DA-CB40-438F-B8F3-C32452D046F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32" name="Google Shape;32;p20">
            <a:extLst xmlns:a="http://schemas.openxmlformats.org/drawingml/2006/main">
              <a:ext uri="{FF2B5EF4-FFF2-40B4-BE49-F238E27FC236}">
                <a16:creationId xmlns:a16="http://schemas.microsoft.com/office/drawing/2014/main" id="{ABBA729D-CA9A-437E-A72A-EB654A02957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33" name="Google Shape;33;p20">
            <a:extLst xmlns:a="http://schemas.openxmlformats.org/drawingml/2006/main">
              <a:ext uri="{FF2B5EF4-FFF2-40B4-BE49-F238E27FC236}">
                <a16:creationId xmlns:a16="http://schemas.microsoft.com/office/drawing/2014/main" id="{D524B93E-35C1-438E-B8A0-90FA4DDD3A0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Two Content" type="twoObj">
  <p:cSld name="TWO_OBJECT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Google Shape;35;p21">
            <a:extLst xmlns:a="http://schemas.openxmlformats.org/drawingml/2006/main">
              <a:ext uri="{FF2B5EF4-FFF2-40B4-BE49-F238E27FC236}">
                <a16:creationId xmlns:a16="http://schemas.microsoft.com/office/drawing/2014/main" id="{FBB15F4C-FA0D-41F6-BF7A-387D55ED7C1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36" name="Google Shape;36;p21">
            <a:extLst xmlns:a="http://schemas.openxmlformats.org/drawingml/2006/main">
              <a:ext uri="{FF2B5EF4-FFF2-40B4-BE49-F238E27FC236}">
                <a16:creationId xmlns:a16="http://schemas.microsoft.com/office/drawing/2014/main" id="{E78F7DBD-F1E9-4BCB-BCF9-98C6055ADFE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4038600" cy="4525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 xmlns:a="http://schemas.openxmlformats.org/drawingml/2006/main"/>
        </p:txBody>
      </p:sp>
      <p:sp>
        <p:nvSpPr>
          <p:cNvPr id="37" name="Google Shape;37;p21">
            <a:extLst xmlns:a="http://schemas.openxmlformats.org/drawingml/2006/main">
              <a:ext uri="{FF2B5EF4-FFF2-40B4-BE49-F238E27FC236}">
                <a16:creationId xmlns:a16="http://schemas.microsoft.com/office/drawing/2014/main" id="{8A4BD15E-8486-48C8-925D-324FE8CBEBD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648200" y="1600200"/>
            <a:ext cx="4038600" cy="4525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 xmlns:a="http://schemas.openxmlformats.org/drawingml/2006/main"/>
        </p:txBody>
      </p:sp>
      <p:sp>
        <p:nvSpPr>
          <p:cNvPr id="38" name="Google Shape;38;p21">
            <a:extLst xmlns:a="http://schemas.openxmlformats.org/drawingml/2006/main">
              <a:ext uri="{FF2B5EF4-FFF2-40B4-BE49-F238E27FC236}">
                <a16:creationId xmlns:a16="http://schemas.microsoft.com/office/drawing/2014/main" id="{FFD8C4EC-3A7D-4AFE-A238-8DA7E6D1835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39" name="Google Shape;39;p21">
            <a:extLst xmlns:a="http://schemas.openxmlformats.org/drawingml/2006/main">
              <a:ext uri="{FF2B5EF4-FFF2-40B4-BE49-F238E27FC236}">
                <a16:creationId xmlns:a16="http://schemas.microsoft.com/office/drawing/2014/main" id="{B09363DB-0FAD-42E2-BBF3-FE1C852B67F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40" name="Google Shape;40;p21">
            <a:extLst xmlns:a="http://schemas.openxmlformats.org/drawingml/2006/main">
              <a:ext uri="{FF2B5EF4-FFF2-40B4-BE49-F238E27FC236}">
                <a16:creationId xmlns:a16="http://schemas.microsoft.com/office/drawing/2014/main" id="{31C4FFF4-10CB-4170-ABAB-13757BDA4E0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Comparison" type="twoTxTwoObj">
  <p:cSld name="TWO_OBJECTS_WITH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Google Shape;42;p22">
            <a:extLst xmlns:a="http://schemas.openxmlformats.org/drawingml/2006/main">
              <a:ext uri="{FF2B5EF4-FFF2-40B4-BE49-F238E27FC236}">
                <a16:creationId xmlns:a16="http://schemas.microsoft.com/office/drawing/2014/main" id="{071A4EAB-BE74-4797-8828-EA1E4640957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43" name="Google Shape;43;p22">
            <a:extLst xmlns:a="http://schemas.openxmlformats.org/drawingml/2006/main">
              <a:ext uri="{FF2B5EF4-FFF2-40B4-BE49-F238E27FC236}">
                <a16:creationId xmlns:a16="http://schemas.microsoft.com/office/drawing/2014/main" id="{FF211C85-6FD3-4CDC-91AF-4F33B0B1AAC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marL="45720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 xmlns:a="http://schemas.openxmlformats.org/drawingml/2006/main"/>
        </p:txBody>
      </p:sp>
      <p:sp>
        <p:nvSpPr>
          <p:cNvPr id="44" name="Google Shape;44;p22">
            <a:extLst xmlns:a="http://schemas.openxmlformats.org/drawingml/2006/main">
              <a:ext uri="{FF2B5EF4-FFF2-40B4-BE49-F238E27FC236}">
                <a16:creationId xmlns:a16="http://schemas.microsoft.com/office/drawing/2014/main" id="{6B681CB1-4A88-4DDC-9867-62CF8E65646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2174875"/>
            <a:ext cx="4040188" cy="39512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 xmlns:a="http://schemas.openxmlformats.org/drawingml/2006/main"/>
        </p:txBody>
      </p:sp>
      <p:sp>
        <p:nvSpPr>
          <p:cNvPr id="45" name="Google Shape;45;p22">
            <a:extLst xmlns:a="http://schemas.openxmlformats.org/drawingml/2006/main">
              <a:ext uri="{FF2B5EF4-FFF2-40B4-BE49-F238E27FC236}">
                <a16:creationId xmlns:a16="http://schemas.microsoft.com/office/drawing/2014/main" id="{3A24FBA2-1F9F-48F6-92DD-00CC2E1A3081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marL="45720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 xmlns:a="http://schemas.openxmlformats.org/drawingml/2006/main"/>
        </p:txBody>
      </p:sp>
      <p:sp>
        <p:nvSpPr>
          <p:cNvPr id="46" name="Google Shape;46;p22">
            <a:extLst xmlns:a="http://schemas.openxmlformats.org/drawingml/2006/main">
              <a:ext uri="{FF2B5EF4-FFF2-40B4-BE49-F238E27FC236}">
                <a16:creationId xmlns:a16="http://schemas.microsoft.com/office/drawing/2014/main" id="{9B923C76-8665-4B49-BA4B-B64B029FC18F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4645025" y="2174875"/>
            <a:ext cx="4041775" cy="39512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 xmlns:a="http://schemas.openxmlformats.org/drawingml/2006/main"/>
        </p:txBody>
      </p:sp>
      <p:sp>
        <p:nvSpPr>
          <p:cNvPr id="47" name="Google Shape;47;p22">
            <a:extLst xmlns:a="http://schemas.openxmlformats.org/drawingml/2006/main">
              <a:ext uri="{FF2B5EF4-FFF2-40B4-BE49-F238E27FC236}">
                <a16:creationId xmlns:a16="http://schemas.microsoft.com/office/drawing/2014/main" id="{B383ECF3-82CE-4721-A8DE-1FEA0F3B347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48" name="Google Shape;48;p22">
            <a:extLst xmlns:a="http://schemas.openxmlformats.org/drawingml/2006/main">
              <a:ext uri="{FF2B5EF4-FFF2-40B4-BE49-F238E27FC236}">
                <a16:creationId xmlns:a16="http://schemas.microsoft.com/office/drawing/2014/main" id="{F17153CB-D989-4CBC-8615-53F8A1DB9D3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49" name="Google Shape;49;p22">
            <a:extLst xmlns:a="http://schemas.openxmlformats.org/drawingml/2006/main">
              <a:ext uri="{FF2B5EF4-FFF2-40B4-BE49-F238E27FC236}">
                <a16:creationId xmlns:a16="http://schemas.microsoft.com/office/drawing/2014/main" id="{C87056B3-854A-4575-9DB1-D93C0023EAA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7.xml><?xml version="1.0" encoding="utf-8"?>
<p:sldLayout xmlns:p="http://schemas.openxmlformats.org/presentationml/2006/main" matchingName="Blank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Google Shape;51;p23">
            <a:extLst xmlns:a="http://schemas.openxmlformats.org/drawingml/2006/main">
              <a:ext uri="{FF2B5EF4-FFF2-40B4-BE49-F238E27FC236}">
                <a16:creationId xmlns:a16="http://schemas.microsoft.com/office/drawing/2014/main" id="{DB210FF4-3262-4F51-AF54-AF83A23364D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52" name="Google Shape;52;p23">
            <a:extLst xmlns:a="http://schemas.openxmlformats.org/drawingml/2006/main">
              <a:ext uri="{FF2B5EF4-FFF2-40B4-BE49-F238E27FC236}">
                <a16:creationId xmlns:a16="http://schemas.microsoft.com/office/drawing/2014/main" id="{E0C54FC5-550A-4489-B0CD-D8D9B14FAD3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53" name="Google Shape;53;p23">
            <a:extLst xmlns:a="http://schemas.openxmlformats.org/drawingml/2006/main">
              <a:ext uri="{FF2B5EF4-FFF2-40B4-BE49-F238E27FC236}">
                <a16:creationId xmlns:a16="http://schemas.microsoft.com/office/drawing/2014/main" id="{DAC7131C-EA01-4682-B099-1C2F907C046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matchingName="Content with Caption" type="objTx">
  <p:cSld name="OBJECT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Google Shape;55;p24">
            <a:extLst xmlns:a="http://schemas.openxmlformats.org/drawingml/2006/main">
              <a:ext uri="{FF2B5EF4-FFF2-40B4-BE49-F238E27FC236}">
                <a16:creationId xmlns:a16="http://schemas.microsoft.com/office/drawing/2014/main" id="{3F28E4A3-DE9B-49E0-8506-EDEF46C1D28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56" name="Google Shape;56;p24">
            <a:extLst xmlns:a="http://schemas.openxmlformats.org/drawingml/2006/main">
              <a:ext uri="{FF2B5EF4-FFF2-40B4-BE49-F238E27FC236}">
                <a16:creationId xmlns:a16="http://schemas.microsoft.com/office/drawing/2014/main" id="{09BC7961-29B0-4217-A54C-997AA1696DE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575050" y="273050"/>
            <a:ext cx="5111750" cy="58531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 xmlns:a="http://schemas.openxmlformats.org/drawingml/2006/main"/>
        </p:txBody>
      </p:sp>
      <p:sp>
        <p:nvSpPr>
          <p:cNvPr id="57" name="Google Shape;57;p24">
            <a:extLst xmlns:a="http://schemas.openxmlformats.org/drawingml/2006/main">
              <a:ext uri="{FF2B5EF4-FFF2-40B4-BE49-F238E27FC236}">
                <a16:creationId xmlns:a16="http://schemas.microsoft.com/office/drawing/2014/main" id="{A01D7B14-CDFB-4CD6-9F96-464D468DAD1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 xmlns:a="http://schemas.openxmlformats.org/drawingml/2006/main"/>
        </p:txBody>
      </p:sp>
      <p:sp>
        <p:nvSpPr>
          <p:cNvPr id="58" name="Google Shape;58;p24">
            <a:extLst xmlns:a="http://schemas.openxmlformats.org/drawingml/2006/main">
              <a:ext uri="{FF2B5EF4-FFF2-40B4-BE49-F238E27FC236}">
                <a16:creationId xmlns:a16="http://schemas.microsoft.com/office/drawing/2014/main" id="{E2CF6FAB-8BAA-44FA-8595-C3AE408D803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59" name="Google Shape;59;p24">
            <a:extLst xmlns:a="http://schemas.openxmlformats.org/drawingml/2006/main">
              <a:ext uri="{FF2B5EF4-FFF2-40B4-BE49-F238E27FC236}">
                <a16:creationId xmlns:a16="http://schemas.microsoft.com/office/drawing/2014/main" id="{C27A10CE-8DFE-456E-A40B-81CAD0AAC2A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60" name="Google Shape;60;p24">
            <a:extLst xmlns:a="http://schemas.openxmlformats.org/drawingml/2006/main">
              <a:ext uri="{FF2B5EF4-FFF2-40B4-BE49-F238E27FC236}">
                <a16:creationId xmlns:a16="http://schemas.microsoft.com/office/drawing/2014/main" id="{4CF29D1B-769E-427F-8F32-02E62963954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9.xml><?xml version="1.0" encoding="utf-8"?>
<p:sldLayout xmlns:p="http://schemas.openxmlformats.org/presentationml/2006/main" matchingName="Picture with Caption" type="picTx">
  <p:cSld name="PICTURE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2" name="Google Shape;62;p25">
            <a:extLst xmlns:a="http://schemas.openxmlformats.org/drawingml/2006/main">
              <a:ext uri="{FF2B5EF4-FFF2-40B4-BE49-F238E27FC236}">
                <a16:creationId xmlns:a16="http://schemas.microsoft.com/office/drawing/2014/main" id="{A30D860A-188A-4AF6-820C-83686092F43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63" name="Google Shape;63;p25">
            <a:extLst xmlns:a="http://schemas.openxmlformats.org/drawingml/2006/main">
              <a:ext uri="{FF2B5EF4-FFF2-40B4-BE49-F238E27FC236}">
                <a16:creationId xmlns:a16="http://schemas.microsoft.com/office/drawing/2014/main" id="{72264907-C6E7-4A7B-B98A-A5E512D9A59B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1792288" y="612775"/>
            <a:ext cx="5486400" cy="411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64" name="Google Shape;64;p25">
            <a:extLst xmlns:a="http://schemas.openxmlformats.org/drawingml/2006/main">
              <a:ext uri="{FF2B5EF4-FFF2-40B4-BE49-F238E27FC236}">
                <a16:creationId xmlns:a16="http://schemas.microsoft.com/office/drawing/2014/main" id="{7E868978-E516-4C55-854C-AA9791215E3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792288" y="5367338"/>
            <a:ext cx="5486400" cy="8048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 xmlns:a="http://schemas.openxmlformats.org/drawingml/2006/main"/>
        </p:txBody>
      </p:sp>
      <p:sp>
        <p:nvSpPr>
          <p:cNvPr id="65" name="Google Shape;65;p25">
            <a:extLst xmlns:a="http://schemas.openxmlformats.org/drawingml/2006/main">
              <a:ext uri="{FF2B5EF4-FFF2-40B4-BE49-F238E27FC236}">
                <a16:creationId xmlns:a16="http://schemas.microsoft.com/office/drawing/2014/main" id="{3C544E6F-76CC-474A-B531-C649CCCBC76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66" name="Google Shape;66;p25">
            <a:extLst xmlns:a="http://schemas.openxmlformats.org/drawingml/2006/main">
              <a:ext uri="{FF2B5EF4-FFF2-40B4-BE49-F238E27FC236}">
                <a16:creationId xmlns:a16="http://schemas.microsoft.com/office/drawing/2014/main" id="{8B0A5E6B-2FA2-4816-9A2F-E411A99D4D9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67" name="Google Shape;67;p25">
            <a:extLst xmlns:a="http://schemas.openxmlformats.org/drawingml/2006/main">
              <a:ext uri="{FF2B5EF4-FFF2-40B4-BE49-F238E27FC236}">
                <a16:creationId xmlns:a16="http://schemas.microsoft.com/office/drawing/2014/main" id="{D3162F1E-15B7-4BE0-B8E4-8BE473CC51D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0.xml><?xml version="1.0" encoding="utf-8"?>
<p:sldLayout xmlns:p="http://schemas.openxmlformats.org/presentationml/2006/main" matchingName="Title and Vertical Text" type="vertTx">
  <p:cSld name="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9" name="Google Shape;69;p26">
            <a:extLst xmlns:a="http://schemas.openxmlformats.org/drawingml/2006/main">
              <a:ext uri="{FF2B5EF4-FFF2-40B4-BE49-F238E27FC236}">
                <a16:creationId xmlns:a16="http://schemas.microsoft.com/office/drawing/2014/main" id="{0EAF1C98-06F3-42E1-984C-1802BB731D3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70" name="Google Shape;70;p26">
            <a:extLst xmlns:a="http://schemas.openxmlformats.org/drawingml/2006/main">
              <a:ext uri="{FF2B5EF4-FFF2-40B4-BE49-F238E27FC236}">
                <a16:creationId xmlns:a16="http://schemas.microsoft.com/office/drawing/2014/main" id="{4820DF32-B4A9-4CC9-9A14-B0DFC0B9483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2309019" y="-251618"/>
            <a:ext cx="4525963" cy="822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71" name="Google Shape;71;p26">
            <a:extLst xmlns:a="http://schemas.openxmlformats.org/drawingml/2006/main">
              <a:ext uri="{FF2B5EF4-FFF2-40B4-BE49-F238E27FC236}">
                <a16:creationId xmlns:a16="http://schemas.microsoft.com/office/drawing/2014/main" id="{35547338-E8A8-49EF-A0F9-C32D37C0113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72" name="Google Shape;72;p26">
            <a:extLst xmlns:a="http://schemas.openxmlformats.org/drawingml/2006/main">
              <a:ext uri="{FF2B5EF4-FFF2-40B4-BE49-F238E27FC236}">
                <a16:creationId xmlns:a16="http://schemas.microsoft.com/office/drawing/2014/main" id="{873AA4FA-ADEE-4B74-AA4D-59F831FA15D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73" name="Google Shape;73;p26">
            <a:extLst xmlns:a="http://schemas.openxmlformats.org/drawingml/2006/main">
              <a:ext uri="{FF2B5EF4-FFF2-40B4-BE49-F238E27FC236}">
                <a16:creationId xmlns:a16="http://schemas.microsoft.com/office/drawing/2014/main" id="{5313E6DA-82E0-445D-A306-0E0005822F4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1.xml><?xml version="1.0" encoding="utf-8"?>
<p:sldLayout xmlns:p="http://schemas.openxmlformats.org/presentationml/2006/main" matchingName="Vertical Title and Text" type="vertTitleAndTx">
  <p:cSld name="VERTICAL_TITLE_AND_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5" name="Google Shape;75;p27">
            <a:extLst xmlns:a="http://schemas.openxmlformats.org/drawingml/2006/main">
              <a:ext uri="{FF2B5EF4-FFF2-40B4-BE49-F238E27FC236}">
                <a16:creationId xmlns:a16="http://schemas.microsoft.com/office/drawing/2014/main" id="{66D1AD55-31A3-467E-80B3-6404D32D962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 rot="5400000">
            <a:off x="4732338" y="2171701"/>
            <a:ext cx="5851525" cy="205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76" name="Google Shape;76;p27">
            <a:extLst xmlns:a="http://schemas.openxmlformats.org/drawingml/2006/main">
              <a:ext uri="{FF2B5EF4-FFF2-40B4-BE49-F238E27FC236}">
                <a16:creationId xmlns:a16="http://schemas.microsoft.com/office/drawing/2014/main" id="{DE6448BE-4FB2-4704-B551-F2813793010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541338" y="190500"/>
            <a:ext cx="5851525" cy="601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77" name="Google Shape;77;p27">
            <a:extLst xmlns:a="http://schemas.openxmlformats.org/drawingml/2006/main">
              <a:ext uri="{FF2B5EF4-FFF2-40B4-BE49-F238E27FC236}">
                <a16:creationId xmlns:a16="http://schemas.microsoft.com/office/drawing/2014/main" id="{189E9D6A-276A-433D-83CB-DC0608BB657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78" name="Google Shape;78;p27">
            <a:extLst xmlns:a="http://schemas.openxmlformats.org/drawingml/2006/main">
              <a:ext uri="{FF2B5EF4-FFF2-40B4-BE49-F238E27FC236}">
                <a16:creationId xmlns:a16="http://schemas.microsoft.com/office/drawing/2014/main" id="{647164E0-34CD-4505-806A-69796D30D90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79" name="Google Shape;79;p27">
            <a:extLst xmlns:a="http://schemas.openxmlformats.org/drawingml/2006/main">
              <a:ext uri="{FF2B5EF4-FFF2-40B4-BE49-F238E27FC236}">
                <a16:creationId xmlns:a16="http://schemas.microsoft.com/office/drawing/2014/main" id="{D2A55B48-C209-4290-83BA-C6805F20973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2.xml><?xml version="1.0" encoding="utf-8"?>
<p:sldLayout xmlns:p="http://schemas.openxmlformats.org/presentationml/2006/main" matchingName="Blank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Google Shape;87;g3f520f3c22e_2_6">
            <a:extLst xmlns:a="http://schemas.openxmlformats.org/drawingml/2006/main">
              <a:ext uri="{FF2B5EF4-FFF2-40B4-BE49-F238E27FC236}">
                <a16:creationId xmlns:a16="http://schemas.microsoft.com/office/drawing/2014/main" id="{D4238434-8C91-421A-B4A9-5838EE923A9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304724" y="4237567"/>
            <a:ext cx="1422044" cy="243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0950" tIns="30450" rIns="60950" bIns="3045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 xmlns:a="http://schemas.openxmlformats.org/drawingml/2006/main"/>
        </p:txBody>
      </p:sp>
      <p:sp>
        <p:nvSpPr>
          <p:cNvPr id="88" name="Google Shape;88;g3f520f3c22e_2_6">
            <a:extLst xmlns:a="http://schemas.openxmlformats.org/drawingml/2006/main">
              <a:ext uri="{FF2B5EF4-FFF2-40B4-BE49-F238E27FC236}">
                <a16:creationId xmlns:a16="http://schemas.microsoft.com/office/drawing/2014/main" id="{120B476A-67E4-4735-89B3-D2540EFB5E8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2082279" y="4237567"/>
            <a:ext cx="1929917" cy="243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0950" tIns="30450" rIns="60950" bIns="3045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 xmlns:a="http://schemas.openxmlformats.org/drawingml/2006/main"/>
        </p:txBody>
      </p:sp>
      <p:sp>
        <p:nvSpPr>
          <p:cNvPr id="89" name="Google Shape;89;g3f520f3c22e_2_6">
            <a:extLst xmlns:a="http://schemas.openxmlformats.org/drawingml/2006/main">
              <a:ext uri="{FF2B5EF4-FFF2-40B4-BE49-F238E27FC236}">
                <a16:creationId xmlns:a16="http://schemas.microsoft.com/office/drawing/2014/main" id="{57EEE7B2-0FE8-4EDA-8128-4F2D3170CA0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4367707" y="4237567"/>
            <a:ext cx="1422044" cy="243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0950" tIns="30450" rIns="60950" bIns="3045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3.xml><?xml version="1.0" encoding="utf-8"?>
<p:sldLayout xmlns:p="http://schemas.openxmlformats.org/presentationml/2006/main" matchingName="Title Slide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1" name="Google Shape;91;g3f520f3c22e_2_10">
            <a:extLst xmlns:a="http://schemas.openxmlformats.org/drawingml/2006/main">
              <a:ext uri="{FF2B5EF4-FFF2-40B4-BE49-F238E27FC236}">
                <a16:creationId xmlns:a16="http://schemas.microsoft.com/office/drawing/2014/main" id="{548C7F5E-AAA3-4BF0-9780-0EA50CD12E6B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457086" y="1420283"/>
            <a:ext cx="5180304" cy="9800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0950" tIns="30450" rIns="60950" bIns="30450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 xmlns:a="http://schemas.openxmlformats.org/drawingml/2006/main"/>
        </p:txBody>
      </p:sp>
      <p:sp>
        <p:nvSpPr>
          <p:cNvPr id="92" name="Google Shape;92;g3f520f3c22e_2_10">
            <a:extLst xmlns:a="http://schemas.openxmlformats.org/drawingml/2006/main">
              <a:ext uri="{FF2B5EF4-FFF2-40B4-BE49-F238E27FC236}">
                <a16:creationId xmlns:a16="http://schemas.microsoft.com/office/drawing/2014/main" id="{C860FB05-EFE4-40CC-9A68-3BC96BC695C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914171" y="2590800"/>
            <a:ext cx="4266133" cy="116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0950" tIns="30450" rIns="60950" bIns="30450" anchor="t">
            <a:normAutofit/>
          </a:bodyPr>
          <a:lstStyle xmlns:a="http://schemas.openxmlformats.org/drawingml/2006/main">
            <a:lvl1pPr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>
                <a:solidFill>
                  <a:srgbClr val="888888"/>
                </a:solidFill>
              </a:defRPr>
            </a:lvl1pPr>
            <a:lvl2pPr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900"/>
              <a:buNone/>
              <a:defRPr>
                <a:solidFill>
                  <a:srgbClr val="888888"/>
                </a:solidFill>
              </a:defRPr>
            </a:lvl2pPr>
            <a:lvl3pPr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3pPr>
            <a:lvl4pPr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300"/>
              <a:buNone/>
              <a:defRPr>
                <a:solidFill>
                  <a:srgbClr val="888888"/>
                </a:solidFill>
              </a:defRPr>
            </a:lvl4pPr>
            <a:lvl5pPr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300"/>
              <a:buNone/>
              <a:defRPr>
                <a:solidFill>
                  <a:srgbClr val="888888"/>
                </a:solidFill>
              </a:defRPr>
            </a:lvl5pPr>
            <a:lvl6pPr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300"/>
              <a:buNone/>
              <a:defRPr>
                <a:solidFill>
                  <a:srgbClr val="888888"/>
                </a:solidFill>
              </a:defRPr>
            </a:lvl6pPr>
            <a:lvl7pPr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300"/>
              <a:buNone/>
              <a:defRPr>
                <a:solidFill>
                  <a:srgbClr val="888888"/>
                </a:solidFill>
              </a:defRPr>
            </a:lvl7pPr>
            <a:lvl8pPr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300"/>
              <a:buNone/>
              <a:defRPr>
                <a:solidFill>
                  <a:srgbClr val="888888"/>
                </a:solidFill>
              </a:defRPr>
            </a:lvl8pPr>
            <a:lvl9pPr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300"/>
              <a:buNone/>
              <a:defRPr>
                <a:solidFill>
                  <a:srgbClr val="888888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93" name="Google Shape;93;g3f520f3c22e_2_10">
            <a:extLst xmlns:a="http://schemas.openxmlformats.org/drawingml/2006/main">
              <a:ext uri="{FF2B5EF4-FFF2-40B4-BE49-F238E27FC236}">
                <a16:creationId xmlns:a16="http://schemas.microsoft.com/office/drawing/2014/main" id="{528B150F-0FE7-4F08-AB4D-3E67308B86C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304724" y="4237567"/>
            <a:ext cx="1422044" cy="243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0950" tIns="30450" rIns="60950" bIns="3045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 xmlns:a="http://schemas.openxmlformats.org/drawingml/2006/main"/>
        </p:txBody>
      </p:sp>
      <p:sp>
        <p:nvSpPr>
          <p:cNvPr id="94" name="Google Shape;94;g3f520f3c22e_2_10">
            <a:extLst xmlns:a="http://schemas.openxmlformats.org/drawingml/2006/main">
              <a:ext uri="{FF2B5EF4-FFF2-40B4-BE49-F238E27FC236}">
                <a16:creationId xmlns:a16="http://schemas.microsoft.com/office/drawing/2014/main" id="{F3EE2662-EBC6-45CC-AC78-ECB78E7C85C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2082279" y="4237567"/>
            <a:ext cx="1929917" cy="243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0950" tIns="30450" rIns="60950" bIns="3045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 xmlns:a="http://schemas.openxmlformats.org/drawingml/2006/main"/>
        </p:txBody>
      </p:sp>
      <p:sp>
        <p:nvSpPr>
          <p:cNvPr id="95" name="Google Shape;95;g3f520f3c22e_2_10">
            <a:extLst xmlns:a="http://schemas.openxmlformats.org/drawingml/2006/main">
              <a:ext uri="{FF2B5EF4-FFF2-40B4-BE49-F238E27FC236}">
                <a16:creationId xmlns:a16="http://schemas.microsoft.com/office/drawing/2014/main" id="{8F4694D4-2F1C-4681-BE6C-8126400B58C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4367707" y="4237567"/>
            <a:ext cx="1422044" cy="243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0950" tIns="30450" rIns="60950" bIns="3045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4.xml><?xml version="1.0" encoding="utf-8"?>
<p:sldLayout xmlns:p="http://schemas.openxmlformats.org/presentationml/2006/main" matchingName="Title and Content" type="obj">
  <p:cSld name="OBJEC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7" name="Google Shape;97;g3f520f3c22e_2_16">
            <a:extLst xmlns:a="http://schemas.openxmlformats.org/drawingml/2006/main">
              <a:ext uri="{FF2B5EF4-FFF2-40B4-BE49-F238E27FC236}">
                <a16:creationId xmlns:a16="http://schemas.microsoft.com/office/drawing/2014/main" id="{E163EA5E-6015-4BDB-B2FB-341D31F37CD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04724" y="183092"/>
            <a:ext cx="5485028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0950" tIns="30450" rIns="60950" bIns="30450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 xmlns:a="http://schemas.openxmlformats.org/drawingml/2006/main"/>
        </p:txBody>
      </p:sp>
      <p:sp>
        <p:nvSpPr>
          <p:cNvPr id="98" name="Google Shape;98;g3f520f3c22e_2_16">
            <a:extLst xmlns:a="http://schemas.openxmlformats.org/drawingml/2006/main">
              <a:ext uri="{FF2B5EF4-FFF2-40B4-BE49-F238E27FC236}">
                <a16:creationId xmlns:a16="http://schemas.microsoft.com/office/drawing/2014/main" id="{B9FDF54E-459D-4EDA-972D-71C1BA65977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04724" y="1066800"/>
            <a:ext cx="5485028" cy="30173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0950" tIns="30450" rIns="60950" bIns="30450" anchor="t">
            <a:normAutofit/>
          </a:bodyPr>
          <a:lstStyle xmlns:a="http://schemas.openxmlformats.org/drawingml/2006/main">
            <a:lvl1pPr marL="457200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1pPr>
            <a:lvl2pPr marL="914400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/>
            </a:lvl2pPr>
            <a:lvl3pPr marL="1371600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3pPr>
            <a:lvl4pPr marL="1828800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/>
            </a:lvl4pPr>
            <a:lvl5pPr marL="2286000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/>
            </a:lvl5pPr>
            <a:lvl6pPr marL="2743200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6pPr>
            <a:lvl7pPr marL="3200400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7pPr>
            <a:lvl8pPr marL="3657600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8pPr>
            <a:lvl9pPr marL="4114800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99" name="Google Shape;99;g3f520f3c22e_2_16">
            <a:extLst xmlns:a="http://schemas.openxmlformats.org/drawingml/2006/main">
              <a:ext uri="{FF2B5EF4-FFF2-40B4-BE49-F238E27FC236}">
                <a16:creationId xmlns:a16="http://schemas.microsoft.com/office/drawing/2014/main" id="{D5429B89-3B64-4AE3-A455-8312F344DFE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304724" y="4237567"/>
            <a:ext cx="1422044" cy="243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0950" tIns="30450" rIns="60950" bIns="3045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 xmlns:a="http://schemas.openxmlformats.org/drawingml/2006/main"/>
        </p:txBody>
      </p:sp>
      <p:sp>
        <p:nvSpPr>
          <p:cNvPr id="100" name="Google Shape;100;g3f520f3c22e_2_16">
            <a:extLst xmlns:a="http://schemas.openxmlformats.org/drawingml/2006/main">
              <a:ext uri="{FF2B5EF4-FFF2-40B4-BE49-F238E27FC236}">
                <a16:creationId xmlns:a16="http://schemas.microsoft.com/office/drawing/2014/main" id="{CB4A5863-58C9-47C2-8610-6E005E0D51C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2082279" y="4237567"/>
            <a:ext cx="1929917" cy="243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0950" tIns="30450" rIns="60950" bIns="3045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 xmlns:a="http://schemas.openxmlformats.org/drawingml/2006/main"/>
        </p:txBody>
      </p:sp>
      <p:sp>
        <p:nvSpPr>
          <p:cNvPr id="101" name="Google Shape;101;g3f520f3c22e_2_16">
            <a:extLst xmlns:a="http://schemas.openxmlformats.org/drawingml/2006/main">
              <a:ext uri="{FF2B5EF4-FFF2-40B4-BE49-F238E27FC236}">
                <a16:creationId xmlns:a16="http://schemas.microsoft.com/office/drawing/2014/main" id="{825385F2-D4E8-41B6-BC47-3D3BE484754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4367707" y="4237567"/>
            <a:ext cx="1422044" cy="243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0950" tIns="30450" rIns="60950" bIns="3045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5.xml><?xml version="1.0" encoding="utf-8"?>
<p:sldLayout xmlns:p="http://schemas.openxmlformats.org/presentationml/2006/main" matchingName="Section Header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3" name="Google Shape;103;g3f520f3c22e_2_22">
            <a:extLst xmlns:a="http://schemas.openxmlformats.org/drawingml/2006/main">
              <a:ext uri="{FF2B5EF4-FFF2-40B4-BE49-F238E27FC236}">
                <a16:creationId xmlns:a16="http://schemas.microsoft.com/office/drawing/2014/main" id="{10AEFC67-F886-408C-BD19-A0EE3693096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81422" y="2937933"/>
            <a:ext cx="5180304" cy="908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0950" tIns="30450" rIns="60950" bIns="30450" anchor="t">
            <a:norm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  <a:defRPr sz="2700" b="1" cap="none"/>
            </a:lvl1pPr>
            <a:lvl2pPr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 xmlns:a="http://schemas.openxmlformats.org/drawingml/2006/main"/>
        </p:txBody>
      </p:sp>
      <p:sp>
        <p:nvSpPr>
          <p:cNvPr id="104" name="Google Shape;104;g3f520f3c22e_2_22">
            <a:extLst xmlns:a="http://schemas.openxmlformats.org/drawingml/2006/main">
              <a:ext uri="{FF2B5EF4-FFF2-40B4-BE49-F238E27FC236}">
                <a16:creationId xmlns:a16="http://schemas.microsoft.com/office/drawing/2014/main" id="{A7AD048D-3E79-49C0-A7F4-82CF4E674EC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81422" y="1937809"/>
            <a:ext cx="5180304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0950" tIns="30450" rIns="60950" bIns="30450" anchor="b">
            <a:normAutofit/>
          </a:bodyPr>
          <a:lstStyle xmlns:a="http://schemas.openxmlformats.org/drawingml/2006/main">
            <a:lvl1pPr marL="457200" indent="-2286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300"/>
              <a:buNone/>
              <a:defRPr sz="1300">
                <a:solidFill>
                  <a:srgbClr val="888888"/>
                </a:solidFill>
              </a:defRPr>
            </a:lvl1pPr>
            <a:lvl2pPr marL="914400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2pPr>
            <a:lvl3pPr marL="1371600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3pPr>
            <a:lvl4pPr marL="1828800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4pPr>
            <a:lvl5pPr marL="2286000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5pPr>
            <a:lvl6pPr marL="2743200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6pPr>
            <a:lvl7pPr marL="3200400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7pPr>
            <a:lvl8pPr marL="3657600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8pPr>
            <a:lvl9pPr marL="4114800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105" name="Google Shape;105;g3f520f3c22e_2_22">
            <a:extLst xmlns:a="http://schemas.openxmlformats.org/drawingml/2006/main">
              <a:ext uri="{FF2B5EF4-FFF2-40B4-BE49-F238E27FC236}">
                <a16:creationId xmlns:a16="http://schemas.microsoft.com/office/drawing/2014/main" id="{77F1D47E-0AE2-42EF-A520-59834D97633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304724" y="4237567"/>
            <a:ext cx="1422044" cy="243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0950" tIns="30450" rIns="60950" bIns="3045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 xmlns:a="http://schemas.openxmlformats.org/drawingml/2006/main"/>
        </p:txBody>
      </p:sp>
      <p:sp>
        <p:nvSpPr>
          <p:cNvPr id="106" name="Google Shape;106;g3f520f3c22e_2_22">
            <a:extLst xmlns:a="http://schemas.openxmlformats.org/drawingml/2006/main">
              <a:ext uri="{FF2B5EF4-FFF2-40B4-BE49-F238E27FC236}">
                <a16:creationId xmlns:a16="http://schemas.microsoft.com/office/drawing/2014/main" id="{9EA78133-B9B8-4F53-A986-B3E65C1757A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2082279" y="4237567"/>
            <a:ext cx="1929917" cy="243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0950" tIns="30450" rIns="60950" bIns="3045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 xmlns:a="http://schemas.openxmlformats.org/drawingml/2006/main"/>
        </p:txBody>
      </p:sp>
      <p:sp>
        <p:nvSpPr>
          <p:cNvPr id="107" name="Google Shape;107;g3f520f3c22e_2_22">
            <a:extLst xmlns:a="http://schemas.openxmlformats.org/drawingml/2006/main">
              <a:ext uri="{FF2B5EF4-FFF2-40B4-BE49-F238E27FC236}">
                <a16:creationId xmlns:a16="http://schemas.microsoft.com/office/drawing/2014/main" id="{9EBBBA87-63AA-4A7B-A584-FD500DAB909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4367707" y="4237567"/>
            <a:ext cx="1422044" cy="243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0950" tIns="30450" rIns="60950" bIns="3045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6.xml><?xml version="1.0" encoding="utf-8"?>
<p:sldLayout xmlns:p="http://schemas.openxmlformats.org/presentationml/2006/main" matchingName="Two Content" type="twoObj">
  <p:cSld name="TWO_OBJECT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9" name="Google Shape;109;g3f520f3c22e_2_28">
            <a:extLst xmlns:a="http://schemas.openxmlformats.org/drawingml/2006/main">
              <a:ext uri="{FF2B5EF4-FFF2-40B4-BE49-F238E27FC236}">
                <a16:creationId xmlns:a16="http://schemas.microsoft.com/office/drawing/2014/main" id="{EEC0609D-FD8E-4EAB-B781-7EEB617CC1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04724" y="183092"/>
            <a:ext cx="5485028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0950" tIns="30450" rIns="60950" bIns="30450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 xmlns:a="http://schemas.openxmlformats.org/drawingml/2006/main"/>
        </p:txBody>
      </p:sp>
      <p:sp>
        <p:nvSpPr>
          <p:cNvPr id="110" name="Google Shape;110;g3f520f3c22e_2_28">
            <a:extLst xmlns:a="http://schemas.openxmlformats.org/drawingml/2006/main">
              <a:ext uri="{FF2B5EF4-FFF2-40B4-BE49-F238E27FC236}">
                <a16:creationId xmlns:a16="http://schemas.microsoft.com/office/drawing/2014/main" id="{3A16569B-505A-48EA-8599-405417D8DA7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04724" y="1066800"/>
            <a:ext cx="2691726" cy="30173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0950" tIns="30450" rIns="60950" bIns="30450" anchor="t">
            <a:normAutofit/>
          </a:bodyPr>
          <a:lstStyle xmlns:a="http://schemas.openxmlformats.org/drawingml/2006/main">
            <a:lvl1pPr marL="457200" indent="-34925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 sz="1900"/>
            </a:lvl1pPr>
            <a:lvl2pPr marL="914400" indent="-330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2pPr>
            <a:lvl3pPr marL="1371600" indent="-3111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 sz="1300"/>
            </a:lvl3pPr>
            <a:lvl4pPr marL="1828800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marL="2286000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marL="2743200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marL="3200400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marL="3657600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marL="4114800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 xmlns:a="http://schemas.openxmlformats.org/drawingml/2006/main"/>
        </p:txBody>
      </p:sp>
      <p:sp>
        <p:nvSpPr>
          <p:cNvPr id="111" name="Google Shape;111;g3f520f3c22e_2_28">
            <a:extLst xmlns:a="http://schemas.openxmlformats.org/drawingml/2006/main">
              <a:ext uri="{FF2B5EF4-FFF2-40B4-BE49-F238E27FC236}">
                <a16:creationId xmlns:a16="http://schemas.microsoft.com/office/drawing/2014/main" id="{F0202DFF-BCB6-4B13-AD64-8E43C2194B7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3098025" y="1066800"/>
            <a:ext cx="2691726" cy="30173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0950" tIns="30450" rIns="60950" bIns="30450" anchor="t">
            <a:normAutofit/>
          </a:bodyPr>
          <a:lstStyle xmlns:a="http://schemas.openxmlformats.org/drawingml/2006/main">
            <a:lvl1pPr marL="457200" indent="-34925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 sz="1900"/>
            </a:lvl1pPr>
            <a:lvl2pPr marL="914400" indent="-330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2pPr>
            <a:lvl3pPr marL="1371600" indent="-3111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 sz="1300"/>
            </a:lvl3pPr>
            <a:lvl4pPr marL="1828800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marL="2286000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marL="2743200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marL="3200400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marL="3657600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marL="4114800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 xmlns:a="http://schemas.openxmlformats.org/drawingml/2006/main"/>
        </p:txBody>
      </p:sp>
      <p:sp>
        <p:nvSpPr>
          <p:cNvPr id="112" name="Google Shape;112;g3f520f3c22e_2_28">
            <a:extLst xmlns:a="http://schemas.openxmlformats.org/drawingml/2006/main">
              <a:ext uri="{FF2B5EF4-FFF2-40B4-BE49-F238E27FC236}">
                <a16:creationId xmlns:a16="http://schemas.microsoft.com/office/drawing/2014/main" id="{9C061A96-3762-4C27-8CC9-C793DB71381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304724" y="4237567"/>
            <a:ext cx="1422044" cy="243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0950" tIns="30450" rIns="60950" bIns="3045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 xmlns:a="http://schemas.openxmlformats.org/drawingml/2006/main"/>
        </p:txBody>
      </p:sp>
      <p:sp>
        <p:nvSpPr>
          <p:cNvPr id="113" name="Google Shape;113;g3f520f3c22e_2_28">
            <a:extLst xmlns:a="http://schemas.openxmlformats.org/drawingml/2006/main">
              <a:ext uri="{FF2B5EF4-FFF2-40B4-BE49-F238E27FC236}">
                <a16:creationId xmlns:a16="http://schemas.microsoft.com/office/drawing/2014/main" id="{1502584D-D095-4C7C-B69B-EC45C200E53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2082279" y="4237567"/>
            <a:ext cx="1929917" cy="243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0950" tIns="30450" rIns="60950" bIns="3045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 xmlns:a="http://schemas.openxmlformats.org/drawingml/2006/main"/>
        </p:txBody>
      </p:sp>
      <p:sp>
        <p:nvSpPr>
          <p:cNvPr id="114" name="Google Shape;114;g3f520f3c22e_2_28">
            <a:extLst xmlns:a="http://schemas.openxmlformats.org/drawingml/2006/main">
              <a:ext uri="{FF2B5EF4-FFF2-40B4-BE49-F238E27FC236}">
                <a16:creationId xmlns:a16="http://schemas.microsoft.com/office/drawing/2014/main" id="{05D4195A-89C0-4DB5-A5E6-CAE6B69741F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4367707" y="4237567"/>
            <a:ext cx="1422044" cy="243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0950" tIns="30450" rIns="60950" bIns="3045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7.xml><?xml version="1.0" encoding="utf-8"?>
<p:sldLayout xmlns:p="http://schemas.openxmlformats.org/presentationml/2006/main" matchingName="Comparison" type="twoTxTwoObj">
  <p:cSld name="TWO_OBJECTS_WITH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6" name="Google Shape;116;g3f520f3c22e_2_35">
            <a:extLst xmlns:a="http://schemas.openxmlformats.org/drawingml/2006/main">
              <a:ext uri="{FF2B5EF4-FFF2-40B4-BE49-F238E27FC236}">
                <a16:creationId xmlns:a16="http://schemas.microsoft.com/office/drawing/2014/main" id="{0D03F310-F6AC-4D75-A106-8BAE0B69FB1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04724" y="183092"/>
            <a:ext cx="5485028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0950" tIns="30450" rIns="60950" bIns="30450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Calibri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 xmlns:a="http://schemas.openxmlformats.org/drawingml/2006/main"/>
        </p:txBody>
      </p:sp>
      <p:sp>
        <p:nvSpPr>
          <p:cNvPr id="117" name="Google Shape;117;g3f520f3c22e_2_35">
            <a:extLst xmlns:a="http://schemas.openxmlformats.org/drawingml/2006/main">
              <a:ext uri="{FF2B5EF4-FFF2-40B4-BE49-F238E27FC236}">
                <a16:creationId xmlns:a16="http://schemas.microsoft.com/office/drawing/2014/main" id="{74EAE0A0-6F5B-4D54-A385-0F0D1F4EC5D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04724" y="1023409"/>
            <a:ext cx="2692785" cy="4265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0950" tIns="30450" rIns="60950" bIns="30450" anchor="b">
            <a:normAutofit/>
          </a:bodyPr>
          <a:lstStyle xmlns:a="http://schemas.openxmlformats.org/drawingml/2006/main">
            <a:lvl1pPr marL="457200" indent="-228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1pPr>
            <a:lvl2pPr marL="914400" indent="-228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1"/>
            </a:lvl2pPr>
            <a:lvl3pPr marL="137160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3pPr>
            <a:lvl4pPr marL="182880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 b="1"/>
            </a:lvl4pPr>
            <a:lvl5pPr marL="228600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 b="1"/>
            </a:lvl5pPr>
            <a:lvl6pPr marL="274320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 b="1"/>
            </a:lvl6pPr>
            <a:lvl7pPr marL="320040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 b="1"/>
            </a:lvl7pPr>
            <a:lvl8pPr marL="365760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 b="1"/>
            </a:lvl8pPr>
            <a:lvl9pPr marL="411480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 b="1"/>
            </a:lvl9pPr>
          </a:lstStyle>
          <a:p xmlns:a="http://schemas.openxmlformats.org/drawingml/2006/main"/>
        </p:txBody>
      </p:sp>
      <p:sp>
        <p:nvSpPr>
          <p:cNvPr id="118" name="Google Shape;118;g3f520f3c22e_2_35">
            <a:extLst xmlns:a="http://schemas.openxmlformats.org/drawingml/2006/main">
              <a:ext uri="{FF2B5EF4-FFF2-40B4-BE49-F238E27FC236}">
                <a16:creationId xmlns:a16="http://schemas.microsoft.com/office/drawing/2014/main" id="{FD890BFB-B3AB-4D9D-8551-85970815444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304724" y="1449917"/>
            <a:ext cx="2692785" cy="2634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0950" tIns="30450" rIns="60950" bIns="30450" anchor="t">
            <a:normAutofit/>
          </a:bodyPr>
          <a:lstStyle xmlns:a="http://schemas.openxmlformats.org/drawingml/2006/main">
            <a:lvl1pPr marL="457200" indent="-330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1pPr>
            <a:lvl2pPr marL="914400" indent="-3111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–"/>
              <a:defRPr sz="1300"/>
            </a:lvl2pPr>
            <a:lvl3pPr marL="1371600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marL="1828800" indent="-2984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–"/>
              <a:defRPr sz="1100"/>
            </a:lvl4pPr>
            <a:lvl5pPr marL="2286000" indent="-2984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»"/>
              <a:defRPr sz="1100"/>
            </a:lvl5pPr>
            <a:lvl6pPr marL="2743200" indent="-2984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6pPr>
            <a:lvl7pPr marL="3200400" indent="-2984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7pPr>
            <a:lvl8pPr marL="3657600" indent="-2984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8pPr>
            <a:lvl9pPr marL="4114800" indent="-2984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9pPr>
          </a:lstStyle>
          <a:p xmlns:a="http://schemas.openxmlformats.org/drawingml/2006/main"/>
        </p:txBody>
      </p:sp>
      <p:sp>
        <p:nvSpPr>
          <p:cNvPr id="119" name="Google Shape;119;g3f520f3c22e_2_35">
            <a:extLst xmlns:a="http://schemas.openxmlformats.org/drawingml/2006/main">
              <a:ext uri="{FF2B5EF4-FFF2-40B4-BE49-F238E27FC236}">
                <a16:creationId xmlns:a16="http://schemas.microsoft.com/office/drawing/2014/main" id="{5219E182-E67D-4522-BF8A-CF5672FE7C32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3095909" y="1023409"/>
            <a:ext cx="2693843" cy="4265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0950" tIns="30450" rIns="60950" bIns="30450" anchor="b">
            <a:normAutofit/>
          </a:bodyPr>
          <a:lstStyle xmlns:a="http://schemas.openxmlformats.org/drawingml/2006/main">
            <a:lvl1pPr marL="457200" indent="-228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1pPr>
            <a:lvl2pPr marL="914400" indent="-228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1"/>
            </a:lvl2pPr>
            <a:lvl3pPr marL="137160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3pPr>
            <a:lvl4pPr marL="182880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 b="1"/>
            </a:lvl4pPr>
            <a:lvl5pPr marL="228600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 b="1"/>
            </a:lvl5pPr>
            <a:lvl6pPr marL="274320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 b="1"/>
            </a:lvl6pPr>
            <a:lvl7pPr marL="320040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 b="1"/>
            </a:lvl7pPr>
            <a:lvl8pPr marL="365760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 b="1"/>
            </a:lvl8pPr>
            <a:lvl9pPr marL="411480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 b="1"/>
            </a:lvl9pPr>
          </a:lstStyle>
          <a:p xmlns:a="http://schemas.openxmlformats.org/drawingml/2006/main"/>
        </p:txBody>
      </p:sp>
      <p:sp>
        <p:nvSpPr>
          <p:cNvPr id="120" name="Google Shape;120;g3f520f3c22e_2_35">
            <a:extLst xmlns:a="http://schemas.openxmlformats.org/drawingml/2006/main">
              <a:ext uri="{FF2B5EF4-FFF2-40B4-BE49-F238E27FC236}">
                <a16:creationId xmlns:a16="http://schemas.microsoft.com/office/drawing/2014/main" id="{234B0807-BA35-4135-BAF0-BF965A78CF07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3095909" y="1449917"/>
            <a:ext cx="2693843" cy="2634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0950" tIns="30450" rIns="60950" bIns="30450" anchor="t">
            <a:normAutofit/>
          </a:bodyPr>
          <a:lstStyle xmlns:a="http://schemas.openxmlformats.org/drawingml/2006/main">
            <a:lvl1pPr marL="457200" indent="-330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1pPr>
            <a:lvl2pPr marL="914400" indent="-3111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–"/>
              <a:defRPr sz="1300"/>
            </a:lvl2pPr>
            <a:lvl3pPr marL="1371600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marL="1828800" indent="-2984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–"/>
              <a:defRPr sz="1100"/>
            </a:lvl4pPr>
            <a:lvl5pPr marL="2286000" indent="-2984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»"/>
              <a:defRPr sz="1100"/>
            </a:lvl5pPr>
            <a:lvl6pPr marL="2743200" indent="-2984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6pPr>
            <a:lvl7pPr marL="3200400" indent="-2984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7pPr>
            <a:lvl8pPr marL="3657600" indent="-2984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8pPr>
            <a:lvl9pPr marL="4114800" indent="-2984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9pPr>
          </a:lstStyle>
          <a:p xmlns:a="http://schemas.openxmlformats.org/drawingml/2006/main"/>
        </p:txBody>
      </p:sp>
      <p:sp>
        <p:nvSpPr>
          <p:cNvPr id="121" name="Google Shape;121;g3f520f3c22e_2_35">
            <a:extLst xmlns:a="http://schemas.openxmlformats.org/drawingml/2006/main">
              <a:ext uri="{FF2B5EF4-FFF2-40B4-BE49-F238E27FC236}">
                <a16:creationId xmlns:a16="http://schemas.microsoft.com/office/drawing/2014/main" id="{0619BEB9-131A-4D34-B1B3-7B69D58A44E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304724" y="4237567"/>
            <a:ext cx="1422044" cy="243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0950" tIns="30450" rIns="60950" bIns="3045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 xmlns:a="http://schemas.openxmlformats.org/drawingml/2006/main"/>
        </p:txBody>
      </p:sp>
      <p:sp>
        <p:nvSpPr>
          <p:cNvPr id="122" name="Google Shape;122;g3f520f3c22e_2_35">
            <a:extLst xmlns:a="http://schemas.openxmlformats.org/drawingml/2006/main">
              <a:ext uri="{FF2B5EF4-FFF2-40B4-BE49-F238E27FC236}">
                <a16:creationId xmlns:a16="http://schemas.microsoft.com/office/drawing/2014/main" id="{25D3ABF4-792B-43E0-B12E-1CA96CF18F8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2082279" y="4237567"/>
            <a:ext cx="1929917" cy="243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0950" tIns="30450" rIns="60950" bIns="3045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 xmlns:a="http://schemas.openxmlformats.org/drawingml/2006/main"/>
        </p:txBody>
      </p:sp>
      <p:sp>
        <p:nvSpPr>
          <p:cNvPr id="123" name="Google Shape;123;g3f520f3c22e_2_35">
            <a:extLst xmlns:a="http://schemas.openxmlformats.org/drawingml/2006/main">
              <a:ext uri="{FF2B5EF4-FFF2-40B4-BE49-F238E27FC236}">
                <a16:creationId xmlns:a16="http://schemas.microsoft.com/office/drawing/2014/main" id="{59758F25-3666-4AB9-9335-A4748A8BB62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4367707" y="4237567"/>
            <a:ext cx="1422044" cy="243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0950" tIns="30450" rIns="60950" bIns="3045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8.xml><?xml version="1.0" encoding="utf-8"?>
<p:sldLayout xmlns:p="http://schemas.openxmlformats.org/presentationml/2006/main" matchingName="Title Only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5" name="Google Shape;125;g3f520f3c22e_2_44">
            <a:extLst xmlns:a="http://schemas.openxmlformats.org/drawingml/2006/main">
              <a:ext uri="{FF2B5EF4-FFF2-40B4-BE49-F238E27FC236}">
                <a16:creationId xmlns:a16="http://schemas.microsoft.com/office/drawing/2014/main" id="{3C362A3A-E303-4859-A030-2C3386E1915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04724" y="183092"/>
            <a:ext cx="5485028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0950" tIns="30450" rIns="60950" bIns="30450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 xmlns:a="http://schemas.openxmlformats.org/drawingml/2006/main"/>
        </p:txBody>
      </p:sp>
      <p:sp>
        <p:nvSpPr>
          <p:cNvPr id="126" name="Google Shape;126;g3f520f3c22e_2_44">
            <a:extLst xmlns:a="http://schemas.openxmlformats.org/drawingml/2006/main">
              <a:ext uri="{FF2B5EF4-FFF2-40B4-BE49-F238E27FC236}">
                <a16:creationId xmlns:a16="http://schemas.microsoft.com/office/drawing/2014/main" id="{A0EC86E4-DA49-46E4-A2BB-B0D67A1547D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304724" y="4237567"/>
            <a:ext cx="1422044" cy="243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0950" tIns="30450" rIns="60950" bIns="3045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 xmlns:a="http://schemas.openxmlformats.org/drawingml/2006/main"/>
        </p:txBody>
      </p:sp>
      <p:sp>
        <p:nvSpPr>
          <p:cNvPr id="127" name="Google Shape;127;g3f520f3c22e_2_44">
            <a:extLst xmlns:a="http://schemas.openxmlformats.org/drawingml/2006/main">
              <a:ext uri="{FF2B5EF4-FFF2-40B4-BE49-F238E27FC236}">
                <a16:creationId xmlns:a16="http://schemas.microsoft.com/office/drawing/2014/main" id="{BB431BB1-CB9E-4160-A687-DA4E0B40D1F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2082279" y="4237567"/>
            <a:ext cx="1929917" cy="243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0950" tIns="30450" rIns="60950" bIns="3045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 xmlns:a="http://schemas.openxmlformats.org/drawingml/2006/main"/>
        </p:txBody>
      </p:sp>
      <p:sp>
        <p:nvSpPr>
          <p:cNvPr id="128" name="Google Shape;128;g3f520f3c22e_2_44">
            <a:extLst xmlns:a="http://schemas.openxmlformats.org/drawingml/2006/main">
              <a:ext uri="{FF2B5EF4-FFF2-40B4-BE49-F238E27FC236}">
                <a16:creationId xmlns:a16="http://schemas.microsoft.com/office/drawing/2014/main" id="{C8E99303-5D6E-4C3F-B9F0-F2857A7D618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4367707" y="4237567"/>
            <a:ext cx="1422044" cy="243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0950" tIns="30450" rIns="60950" bIns="3045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9.xml><?xml version="1.0" encoding="utf-8"?>
<p:sldLayout xmlns:p="http://schemas.openxmlformats.org/presentationml/2006/main" matchingName="Content with Caption" type="objTx">
  <p:cSld name="OBJECT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0" name="Google Shape;130;g3f520f3c22e_2_49">
            <a:extLst xmlns:a="http://schemas.openxmlformats.org/drawingml/2006/main">
              <a:ext uri="{FF2B5EF4-FFF2-40B4-BE49-F238E27FC236}">
                <a16:creationId xmlns:a16="http://schemas.microsoft.com/office/drawing/2014/main" id="{20D3DE7E-1AB2-4701-8DB1-FBA27330927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04724" y="182033"/>
            <a:ext cx="2005040" cy="774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0950" tIns="30450" rIns="60950" bIns="30450" anchor="b">
            <a:norm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  <a:defRPr sz="1300" b="1"/>
            </a:lvl1pPr>
            <a:lvl2pPr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 xmlns:a="http://schemas.openxmlformats.org/drawingml/2006/main"/>
        </p:txBody>
      </p:sp>
      <p:sp>
        <p:nvSpPr>
          <p:cNvPr id="131" name="Google Shape;131;g3f520f3c22e_2_49">
            <a:extLst xmlns:a="http://schemas.openxmlformats.org/drawingml/2006/main">
              <a:ext uri="{FF2B5EF4-FFF2-40B4-BE49-F238E27FC236}">
                <a16:creationId xmlns:a16="http://schemas.microsoft.com/office/drawing/2014/main" id="{1298BDA8-0053-40CD-B03E-F1ECD800F2C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2382770" y="182033"/>
            <a:ext cx="3406981" cy="390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0950" tIns="30450" rIns="60950" bIns="30450" anchor="t">
            <a:normAutofit/>
          </a:bodyPr>
          <a:lstStyle xmlns:a="http://schemas.openxmlformats.org/drawingml/2006/main">
            <a:lvl1pPr marL="457200" indent="-36195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marL="914400" indent="-34925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Char char="–"/>
              <a:defRPr sz="1900"/>
            </a:lvl2pPr>
            <a:lvl3pPr marL="1371600" indent="-330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marL="1828800" indent="-3111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–"/>
              <a:defRPr sz="1300"/>
            </a:lvl4pPr>
            <a:lvl5pPr marL="2286000" indent="-3111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»"/>
              <a:defRPr sz="1300"/>
            </a:lvl5pPr>
            <a:lvl6pPr marL="2743200" indent="-3111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 sz="1300"/>
            </a:lvl6pPr>
            <a:lvl7pPr marL="3200400" indent="-3111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 sz="1300"/>
            </a:lvl7pPr>
            <a:lvl8pPr marL="3657600" indent="-3111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 sz="1300"/>
            </a:lvl8pPr>
            <a:lvl9pPr marL="4114800" indent="-3111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 sz="1300"/>
            </a:lvl9pPr>
          </a:lstStyle>
          <a:p xmlns:a="http://schemas.openxmlformats.org/drawingml/2006/main"/>
        </p:txBody>
      </p:sp>
      <p:sp>
        <p:nvSpPr>
          <p:cNvPr id="132" name="Google Shape;132;g3f520f3c22e_2_49">
            <a:extLst xmlns:a="http://schemas.openxmlformats.org/drawingml/2006/main">
              <a:ext uri="{FF2B5EF4-FFF2-40B4-BE49-F238E27FC236}">
                <a16:creationId xmlns:a16="http://schemas.microsoft.com/office/drawing/2014/main" id="{8BBDA68A-07B2-44E0-9EFB-0062C30A7CA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304724" y="956733"/>
            <a:ext cx="2005040" cy="3127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0950" tIns="30450" rIns="60950" bIns="30450" anchor="t">
            <a:normAutofit/>
          </a:bodyPr>
          <a:lstStyle xmlns:a="http://schemas.openxmlformats.org/drawingml/2006/main">
            <a:lvl1pPr marL="45720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1pPr>
            <a:lvl2pPr marL="91440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marL="1371600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3pPr>
            <a:lvl4pPr marL="1828800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4pPr>
            <a:lvl5pPr marL="2286000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5pPr>
            <a:lvl6pPr marL="2743200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6pPr>
            <a:lvl7pPr marL="3200400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7pPr>
            <a:lvl8pPr marL="3657600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8pPr>
            <a:lvl9pPr marL="4114800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9pPr>
          </a:lstStyle>
          <a:p xmlns:a="http://schemas.openxmlformats.org/drawingml/2006/main"/>
        </p:txBody>
      </p:sp>
      <p:sp>
        <p:nvSpPr>
          <p:cNvPr id="133" name="Google Shape;133;g3f520f3c22e_2_49">
            <a:extLst xmlns:a="http://schemas.openxmlformats.org/drawingml/2006/main">
              <a:ext uri="{FF2B5EF4-FFF2-40B4-BE49-F238E27FC236}">
                <a16:creationId xmlns:a16="http://schemas.microsoft.com/office/drawing/2014/main" id="{A893FE35-5B07-4913-839C-EFEA22B0CDF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304724" y="4237567"/>
            <a:ext cx="1422044" cy="243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0950" tIns="30450" rIns="60950" bIns="3045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 xmlns:a="http://schemas.openxmlformats.org/drawingml/2006/main"/>
        </p:txBody>
      </p:sp>
      <p:sp>
        <p:nvSpPr>
          <p:cNvPr id="134" name="Google Shape;134;g3f520f3c22e_2_49">
            <a:extLst xmlns:a="http://schemas.openxmlformats.org/drawingml/2006/main">
              <a:ext uri="{FF2B5EF4-FFF2-40B4-BE49-F238E27FC236}">
                <a16:creationId xmlns:a16="http://schemas.microsoft.com/office/drawing/2014/main" id="{BA8E1455-6861-4D3C-8BC0-713C7170768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2082279" y="4237567"/>
            <a:ext cx="1929917" cy="243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0950" tIns="30450" rIns="60950" bIns="3045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 xmlns:a="http://schemas.openxmlformats.org/drawingml/2006/main"/>
        </p:txBody>
      </p:sp>
      <p:sp>
        <p:nvSpPr>
          <p:cNvPr id="135" name="Google Shape;135;g3f520f3c22e_2_49">
            <a:extLst xmlns:a="http://schemas.openxmlformats.org/drawingml/2006/main">
              <a:ext uri="{FF2B5EF4-FFF2-40B4-BE49-F238E27FC236}">
                <a16:creationId xmlns:a16="http://schemas.microsoft.com/office/drawing/2014/main" id="{301EE446-AF29-47E8-B70A-9EBD7B9EF67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4367707" y="4237567"/>
            <a:ext cx="1422044" cy="243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0950" tIns="30450" rIns="60950" bIns="3045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20.xml><?xml version="1.0" encoding="utf-8"?>
<p:sldLayout xmlns:p="http://schemas.openxmlformats.org/presentationml/2006/main" matchingName="Picture with Caption" type="picTx">
  <p:cSld name="PICTURE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7" name="Google Shape;137;g3f520f3c22e_2_56">
            <a:extLst xmlns:a="http://schemas.openxmlformats.org/drawingml/2006/main">
              <a:ext uri="{FF2B5EF4-FFF2-40B4-BE49-F238E27FC236}">
                <a16:creationId xmlns:a16="http://schemas.microsoft.com/office/drawing/2014/main" id="{FB498990-31A7-456E-8566-48FA6B4F796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194560" y="3200400"/>
            <a:ext cx="3656685" cy="377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0950" tIns="30450" rIns="60950" bIns="30450" anchor="b">
            <a:norm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  <a:defRPr sz="1300" b="1"/>
            </a:lvl1pPr>
            <a:lvl2pPr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 xmlns:a="http://schemas.openxmlformats.org/drawingml/2006/main"/>
        </p:txBody>
      </p:sp>
      <p:sp>
        <p:nvSpPr>
          <p:cNvPr id="138" name="Google Shape;138;g3f520f3c22e_2_56">
            <a:extLst xmlns:a="http://schemas.openxmlformats.org/drawingml/2006/main">
              <a:ext uri="{FF2B5EF4-FFF2-40B4-BE49-F238E27FC236}">
                <a16:creationId xmlns:a16="http://schemas.microsoft.com/office/drawing/2014/main" id="{035BC673-506D-4313-9742-D723FFA6D897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1194560" y="408517"/>
            <a:ext cx="3656685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139" name="Google Shape;139;g3f520f3c22e_2_56">
            <a:extLst xmlns:a="http://schemas.openxmlformats.org/drawingml/2006/main">
              <a:ext uri="{FF2B5EF4-FFF2-40B4-BE49-F238E27FC236}">
                <a16:creationId xmlns:a16="http://schemas.microsoft.com/office/drawing/2014/main" id="{C2542636-2671-45F2-B1DD-755E4E8B1EB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194560" y="3578225"/>
            <a:ext cx="3656685" cy="536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0950" tIns="30450" rIns="60950" bIns="30450" anchor="t">
            <a:normAutofit/>
          </a:bodyPr>
          <a:lstStyle xmlns:a="http://schemas.openxmlformats.org/drawingml/2006/main">
            <a:lvl1pPr marL="45720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1pPr>
            <a:lvl2pPr marL="91440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marL="1371600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3pPr>
            <a:lvl4pPr marL="1828800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4pPr>
            <a:lvl5pPr marL="2286000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5pPr>
            <a:lvl6pPr marL="2743200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6pPr>
            <a:lvl7pPr marL="3200400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7pPr>
            <a:lvl8pPr marL="3657600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8pPr>
            <a:lvl9pPr marL="4114800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9pPr>
          </a:lstStyle>
          <a:p xmlns:a="http://schemas.openxmlformats.org/drawingml/2006/main"/>
        </p:txBody>
      </p:sp>
      <p:sp>
        <p:nvSpPr>
          <p:cNvPr id="140" name="Google Shape;140;g3f520f3c22e_2_56">
            <a:extLst xmlns:a="http://schemas.openxmlformats.org/drawingml/2006/main">
              <a:ext uri="{FF2B5EF4-FFF2-40B4-BE49-F238E27FC236}">
                <a16:creationId xmlns:a16="http://schemas.microsoft.com/office/drawing/2014/main" id="{B5D18632-DEDC-4513-A1CA-2B81B56A100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304724" y="4237567"/>
            <a:ext cx="1422044" cy="243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0950" tIns="30450" rIns="60950" bIns="3045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 xmlns:a="http://schemas.openxmlformats.org/drawingml/2006/main"/>
        </p:txBody>
      </p:sp>
      <p:sp>
        <p:nvSpPr>
          <p:cNvPr id="141" name="Google Shape;141;g3f520f3c22e_2_56">
            <a:extLst xmlns:a="http://schemas.openxmlformats.org/drawingml/2006/main">
              <a:ext uri="{FF2B5EF4-FFF2-40B4-BE49-F238E27FC236}">
                <a16:creationId xmlns:a16="http://schemas.microsoft.com/office/drawing/2014/main" id="{880A0093-DCAA-4271-BB17-4BC7919B93F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2082279" y="4237567"/>
            <a:ext cx="1929917" cy="243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0950" tIns="30450" rIns="60950" bIns="3045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 xmlns:a="http://schemas.openxmlformats.org/drawingml/2006/main"/>
        </p:txBody>
      </p:sp>
      <p:sp>
        <p:nvSpPr>
          <p:cNvPr id="142" name="Google Shape;142;g3f520f3c22e_2_56">
            <a:extLst xmlns:a="http://schemas.openxmlformats.org/drawingml/2006/main">
              <a:ext uri="{FF2B5EF4-FFF2-40B4-BE49-F238E27FC236}">
                <a16:creationId xmlns:a16="http://schemas.microsoft.com/office/drawing/2014/main" id="{5F5EA98C-79C1-4337-B990-F8DDC75ABC1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4367707" y="4237567"/>
            <a:ext cx="1422044" cy="243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0950" tIns="30450" rIns="60950" bIns="3045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21.xml><?xml version="1.0" encoding="utf-8"?>
<p:sldLayout xmlns:p="http://schemas.openxmlformats.org/presentationml/2006/main" matchingName="Title and Vertical Text" type="vertTx">
  <p:cSld name="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4" name="Google Shape;144;g3f520f3c22e_2_63">
            <a:extLst xmlns:a="http://schemas.openxmlformats.org/drawingml/2006/main">
              <a:ext uri="{FF2B5EF4-FFF2-40B4-BE49-F238E27FC236}">
                <a16:creationId xmlns:a16="http://schemas.microsoft.com/office/drawing/2014/main" id="{D27A8395-0B7F-42EC-A67C-D29D925201D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04724" y="183092"/>
            <a:ext cx="5485028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0950" tIns="30450" rIns="60950" bIns="30450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 xmlns:a="http://schemas.openxmlformats.org/drawingml/2006/main"/>
        </p:txBody>
      </p:sp>
      <p:sp>
        <p:nvSpPr>
          <p:cNvPr id="145" name="Google Shape;145;g3f520f3c22e_2_63">
            <a:extLst xmlns:a="http://schemas.openxmlformats.org/drawingml/2006/main">
              <a:ext uri="{FF2B5EF4-FFF2-40B4-BE49-F238E27FC236}">
                <a16:creationId xmlns:a16="http://schemas.microsoft.com/office/drawing/2014/main" id="{50994622-0E07-4D6F-85E4-36FAFEA544B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1538583" y="-167059"/>
            <a:ext cx="3017309" cy="54850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0950" tIns="30450" rIns="60950" bIns="30450" anchor="t">
            <a:normAutofit/>
          </a:bodyPr>
          <a:lstStyle xmlns:a="http://schemas.openxmlformats.org/drawingml/2006/main">
            <a:lvl1pPr marL="457200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1pPr>
            <a:lvl2pPr marL="914400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/>
            </a:lvl2pPr>
            <a:lvl3pPr marL="1371600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3pPr>
            <a:lvl4pPr marL="1828800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/>
            </a:lvl4pPr>
            <a:lvl5pPr marL="2286000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/>
            </a:lvl5pPr>
            <a:lvl6pPr marL="2743200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6pPr>
            <a:lvl7pPr marL="3200400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7pPr>
            <a:lvl8pPr marL="3657600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8pPr>
            <a:lvl9pPr marL="4114800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146" name="Google Shape;146;g3f520f3c22e_2_63">
            <a:extLst xmlns:a="http://schemas.openxmlformats.org/drawingml/2006/main">
              <a:ext uri="{FF2B5EF4-FFF2-40B4-BE49-F238E27FC236}">
                <a16:creationId xmlns:a16="http://schemas.microsoft.com/office/drawing/2014/main" id="{400DB899-DD79-40A9-ACE1-3B828486A5C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304724" y="4237567"/>
            <a:ext cx="1422044" cy="243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0950" tIns="30450" rIns="60950" bIns="3045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 xmlns:a="http://schemas.openxmlformats.org/drawingml/2006/main"/>
        </p:txBody>
      </p:sp>
      <p:sp>
        <p:nvSpPr>
          <p:cNvPr id="147" name="Google Shape;147;g3f520f3c22e_2_63">
            <a:extLst xmlns:a="http://schemas.openxmlformats.org/drawingml/2006/main">
              <a:ext uri="{FF2B5EF4-FFF2-40B4-BE49-F238E27FC236}">
                <a16:creationId xmlns:a16="http://schemas.microsoft.com/office/drawing/2014/main" id="{7741925E-2B29-4B96-A8FE-DA4378D1A7B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2082279" y="4237567"/>
            <a:ext cx="1929917" cy="243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0950" tIns="30450" rIns="60950" bIns="3045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 xmlns:a="http://schemas.openxmlformats.org/drawingml/2006/main"/>
        </p:txBody>
      </p:sp>
      <p:sp>
        <p:nvSpPr>
          <p:cNvPr id="148" name="Google Shape;148;g3f520f3c22e_2_63">
            <a:extLst xmlns:a="http://schemas.openxmlformats.org/drawingml/2006/main">
              <a:ext uri="{FF2B5EF4-FFF2-40B4-BE49-F238E27FC236}">
                <a16:creationId xmlns:a16="http://schemas.microsoft.com/office/drawing/2014/main" id="{C106E24C-F33E-42B8-9C25-BE08F432D03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4367707" y="4237567"/>
            <a:ext cx="1422044" cy="243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0950" tIns="30450" rIns="60950" bIns="3045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22.xml><?xml version="1.0" encoding="utf-8"?>
<p:sldLayout xmlns:p="http://schemas.openxmlformats.org/presentationml/2006/main" matchingName="Vertical Title and Text" type="vertTitleAndTx">
  <p:cSld name="VERTICAL_TITLE_AND_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0" name="Google Shape;150;g3f520f3c22e_2_69">
            <a:extLst xmlns:a="http://schemas.openxmlformats.org/drawingml/2006/main">
              <a:ext uri="{FF2B5EF4-FFF2-40B4-BE49-F238E27FC236}">
                <a16:creationId xmlns:a16="http://schemas.microsoft.com/office/drawing/2014/main" id="{409076C3-5646-4312-BF4B-91E3F664A0B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 rot="5400000">
            <a:off x="3153614" y="1447972"/>
            <a:ext cx="3901017" cy="13712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0950" tIns="30450" rIns="60950" bIns="30450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 xmlns:a="http://schemas.openxmlformats.org/drawingml/2006/main"/>
        </p:txBody>
      </p:sp>
      <p:sp>
        <p:nvSpPr>
          <p:cNvPr id="151" name="Google Shape;151;g3f520f3c22e_2_69">
            <a:extLst xmlns:a="http://schemas.openxmlformats.org/drawingml/2006/main">
              <a:ext uri="{FF2B5EF4-FFF2-40B4-BE49-F238E27FC236}">
                <a16:creationId xmlns:a16="http://schemas.microsoft.com/office/drawing/2014/main" id="{5434E973-9B85-4BB2-836A-FECCC50A291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360313" y="127502"/>
            <a:ext cx="3901017" cy="40121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0950" tIns="30450" rIns="60950" bIns="30450" anchor="t">
            <a:normAutofit/>
          </a:bodyPr>
          <a:lstStyle xmlns:a="http://schemas.openxmlformats.org/drawingml/2006/main">
            <a:lvl1pPr marL="457200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1pPr>
            <a:lvl2pPr marL="914400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/>
            </a:lvl2pPr>
            <a:lvl3pPr marL="1371600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3pPr>
            <a:lvl4pPr marL="1828800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/>
            </a:lvl4pPr>
            <a:lvl5pPr marL="2286000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/>
            </a:lvl5pPr>
            <a:lvl6pPr marL="2743200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6pPr>
            <a:lvl7pPr marL="3200400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7pPr>
            <a:lvl8pPr marL="3657600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8pPr>
            <a:lvl9pPr marL="4114800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152" name="Google Shape;152;g3f520f3c22e_2_69">
            <a:extLst xmlns:a="http://schemas.openxmlformats.org/drawingml/2006/main">
              <a:ext uri="{FF2B5EF4-FFF2-40B4-BE49-F238E27FC236}">
                <a16:creationId xmlns:a16="http://schemas.microsoft.com/office/drawing/2014/main" id="{6F45EE51-12F3-48DF-8527-5317E2AEDDD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304724" y="4237567"/>
            <a:ext cx="1422044" cy="243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0950" tIns="30450" rIns="60950" bIns="3045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 xmlns:a="http://schemas.openxmlformats.org/drawingml/2006/main"/>
        </p:txBody>
      </p:sp>
      <p:sp>
        <p:nvSpPr>
          <p:cNvPr id="153" name="Google Shape;153;g3f520f3c22e_2_69">
            <a:extLst xmlns:a="http://schemas.openxmlformats.org/drawingml/2006/main">
              <a:ext uri="{FF2B5EF4-FFF2-40B4-BE49-F238E27FC236}">
                <a16:creationId xmlns:a16="http://schemas.microsoft.com/office/drawing/2014/main" id="{36A933EB-0AA8-42B8-840E-CFB20212DCC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2082279" y="4237567"/>
            <a:ext cx="1929917" cy="243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0950" tIns="30450" rIns="60950" bIns="3045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 xmlns:a="http://schemas.openxmlformats.org/drawingml/2006/main"/>
        </p:txBody>
      </p:sp>
      <p:sp>
        <p:nvSpPr>
          <p:cNvPr id="154" name="Google Shape;154;g3f520f3c22e_2_69">
            <a:extLst xmlns:a="http://schemas.openxmlformats.org/drawingml/2006/main">
              <a:ext uri="{FF2B5EF4-FFF2-40B4-BE49-F238E27FC236}">
                <a16:creationId xmlns:a16="http://schemas.microsoft.com/office/drawing/2014/main" id="{1FA0D805-4CD9-40F9-98CA-1890B03327A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4367707" y="4237567"/>
            <a:ext cx="1422044" cy="243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0950" tIns="30450" rIns="60950" bIns="3045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f6ff57fd8b046b4" /><Relationship Type="http://schemas.openxmlformats.org/officeDocument/2006/relationships/slideLayout" Target="/ppt/slideLayouts/slideLayout1.xml" Id="R42fc7f76d45f4d76" /><Relationship Type="http://schemas.openxmlformats.org/officeDocument/2006/relationships/slideLayout" Target="/ppt/slideLayouts/slideLayout2.xml" Id="Rc234a389f1384967" /><Relationship Type="http://schemas.openxmlformats.org/officeDocument/2006/relationships/slideLayout" Target="/ppt/slideLayouts/slideLayout3.xml" Id="R471cedf835e04958" /><Relationship Type="http://schemas.openxmlformats.org/officeDocument/2006/relationships/slideLayout" Target="/ppt/slideLayouts/slideLayout4.xml" Id="R5b477d9f997c441a" /><Relationship Type="http://schemas.openxmlformats.org/officeDocument/2006/relationships/slideLayout" Target="/ppt/slideLayouts/slideLayout5.xml" Id="Rc16f18c0422c48c4" /><Relationship Type="http://schemas.openxmlformats.org/officeDocument/2006/relationships/slideLayout" Target="/ppt/slideLayouts/slideLayout6.xml" Id="R4c5954856a7a4b4e" /><Relationship Type="http://schemas.openxmlformats.org/officeDocument/2006/relationships/slideLayout" Target="/ppt/slideLayouts/slideLayout7.xml" Id="R9af607a65d0d4ebd" /><Relationship Type="http://schemas.openxmlformats.org/officeDocument/2006/relationships/slideLayout" Target="/ppt/slideLayouts/slideLayout8.xml" Id="Rda18649dd03740e5" /><Relationship Type="http://schemas.openxmlformats.org/officeDocument/2006/relationships/slideLayout" Target="/ppt/slideLayouts/slideLayout9.xml" Id="R158d3bd486874f1d" /><Relationship Type="http://schemas.openxmlformats.org/officeDocument/2006/relationships/slideLayout" Target="/ppt/slideLayouts/slideLayout10.xml" Id="R96588fcb6b1c48ee" /><Relationship Type="http://schemas.openxmlformats.org/officeDocument/2006/relationships/slideLayout" Target="/ppt/slideLayouts/slideLayout11.xml" Id="Rc506bfe03b714cab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b279655ae47e4b95" /><Relationship Type="http://schemas.openxmlformats.org/officeDocument/2006/relationships/slideLayout" Target="/ppt/slideLayouts/slideLayout12.xml" Id="R738764419efd46a7" /><Relationship Type="http://schemas.openxmlformats.org/officeDocument/2006/relationships/slideLayout" Target="/ppt/slideLayouts/slideLayout13.xml" Id="R64b1859433b14639" /><Relationship Type="http://schemas.openxmlformats.org/officeDocument/2006/relationships/slideLayout" Target="/ppt/slideLayouts/slideLayout14.xml" Id="R306028006982480b" /><Relationship Type="http://schemas.openxmlformats.org/officeDocument/2006/relationships/slideLayout" Target="/ppt/slideLayouts/slideLayout15.xml" Id="R127eeff847fc413c" /><Relationship Type="http://schemas.openxmlformats.org/officeDocument/2006/relationships/slideLayout" Target="/ppt/slideLayouts/slideLayout16.xml" Id="Rfd2dfe83d82d412e" /><Relationship Type="http://schemas.openxmlformats.org/officeDocument/2006/relationships/slideLayout" Target="/ppt/slideLayouts/slideLayout17.xml" Id="Rc1edc7cdc5064449" /><Relationship Type="http://schemas.openxmlformats.org/officeDocument/2006/relationships/slideLayout" Target="/ppt/slideLayouts/slideLayout18.xml" Id="Re6f1d3bfde1049f6" /><Relationship Type="http://schemas.openxmlformats.org/officeDocument/2006/relationships/slideLayout" Target="/ppt/slideLayouts/slideLayout19.xml" Id="R284560bf227448f1" /><Relationship Type="http://schemas.openxmlformats.org/officeDocument/2006/relationships/slideLayout" Target="/ppt/slideLayouts/slideLayout20.xml" Id="Rd5372770d76c4ab7" /><Relationship Type="http://schemas.openxmlformats.org/officeDocument/2006/relationships/slideLayout" Target="/ppt/slideLayouts/slideLayout21.xml" Id="Rd4759b1aa6884194" /><Relationship Type="http://schemas.openxmlformats.org/officeDocument/2006/relationships/slideLayout" Target="/ppt/slideLayouts/slideLayout22.xml" Id="R66d58ff797f344da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 Shape;6;p16">
            <a:extLst xmlns:a="http://schemas.openxmlformats.org/drawingml/2006/main">
              <a:ext uri="{FF2B5EF4-FFF2-40B4-BE49-F238E27FC236}">
                <a16:creationId xmlns:a16="http://schemas.microsoft.com/office/drawing/2014/main" id="{78B5258E-A4CF-46BD-8064-CFA72218C33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marR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 xmlns:a="http://schemas.openxmlformats.org/drawingml/2006/main"/>
        </p:txBody>
      </p:sp>
      <p:sp>
        <p:nvSpPr>
          <p:cNvPr id="7" name="Google Shape;7;p16">
            <a:extLst xmlns:a="http://schemas.openxmlformats.org/drawingml/2006/main">
              <a:ext uri="{FF2B5EF4-FFF2-40B4-BE49-F238E27FC236}">
                <a16:creationId xmlns:a16="http://schemas.microsoft.com/office/drawing/2014/main" id="{95F9D322-0BC3-4DD9-8BAE-24390F6B6EE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marR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L="914400" marR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371600" marR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8288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2860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27432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/>
        </p:txBody>
      </p:sp>
      <p:sp>
        <p:nvSpPr>
          <p:cNvPr id="8" name="Google Shape;8;p16">
            <a:extLst xmlns:a="http://schemas.openxmlformats.org/drawingml/2006/main">
              <a:ext uri="{FF2B5EF4-FFF2-40B4-BE49-F238E27FC236}">
                <a16:creationId xmlns:a16="http://schemas.microsoft.com/office/drawing/2014/main" id="{9A83B7E1-748B-4089-8350-D0393FD6A04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/>
        </p:txBody>
      </p:sp>
      <p:sp>
        <p:nvSpPr>
          <p:cNvPr id="9" name="Google Shape;9;p16">
            <a:extLst xmlns:a="http://schemas.openxmlformats.org/drawingml/2006/main">
              <a:ext uri="{FF2B5EF4-FFF2-40B4-BE49-F238E27FC236}">
                <a16:creationId xmlns:a16="http://schemas.microsoft.com/office/drawing/2014/main" id="{D876A65F-6C92-4856-8729-F868BF46C05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R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/>
        </p:txBody>
      </p:sp>
      <p:sp>
        <p:nvSpPr>
          <p:cNvPr id="10" name="Google Shape;10;p16">
            <a:extLst xmlns:a="http://schemas.openxmlformats.org/drawingml/2006/main">
              <a:ext uri="{FF2B5EF4-FFF2-40B4-BE49-F238E27FC236}">
                <a16:creationId xmlns:a16="http://schemas.microsoft.com/office/drawing/2014/main" id="{24D2BB16-A97F-409E-A2D4-46F045E94C3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2fc7f76d45f4d76"/>
    <p:sldLayoutId xmlns:r="http://schemas.openxmlformats.org/officeDocument/2006/relationships" id="2147483650" r:id="Rc234a389f1384967"/>
    <p:sldLayoutId xmlns:r="http://schemas.openxmlformats.org/officeDocument/2006/relationships" id="2147483651" r:id="R471cedf835e04958"/>
    <p:sldLayoutId xmlns:r="http://schemas.openxmlformats.org/officeDocument/2006/relationships" id="2147483652" r:id="R5b477d9f997c441a"/>
    <p:sldLayoutId xmlns:r="http://schemas.openxmlformats.org/officeDocument/2006/relationships" id="2147483653" r:id="Rc16f18c0422c48c4"/>
    <p:sldLayoutId xmlns:r="http://schemas.openxmlformats.org/officeDocument/2006/relationships" id="2147483654" r:id="R4c5954856a7a4b4e"/>
    <p:sldLayoutId xmlns:r="http://schemas.openxmlformats.org/officeDocument/2006/relationships" id="2147483655" r:id="R9af607a65d0d4ebd"/>
    <p:sldLayoutId xmlns:r="http://schemas.openxmlformats.org/officeDocument/2006/relationships" id="2147483656" r:id="Rda18649dd03740e5"/>
    <p:sldLayoutId xmlns:r="http://schemas.openxmlformats.org/officeDocument/2006/relationships" id="2147483657" r:id="R158d3bd486874f1d"/>
    <p:sldLayoutId xmlns:r="http://schemas.openxmlformats.org/officeDocument/2006/relationships" id="2147483658" r:id="R96588fcb6b1c48ee"/>
    <p:sldLayoutId xmlns:r="http://schemas.openxmlformats.org/officeDocument/2006/relationships" id="2147483659" r:id="Rc506bfe03b714cab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1" name="Google Shape;81;g3f520f3c22e_2_0">
            <a:extLst xmlns:a="http://schemas.openxmlformats.org/drawingml/2006/main">
              <a:ext uri="{FF2B5EF4-FFF2-40B4-BE49-F238E27FC236}">
                <a16:creationId xmlns:a16="http://schemas.microsoft.com/office/drawing/2014/main" id="{B82C06A1-F38A-40D9-AF6D-A40C7DC675F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04724" y="183092"/>
            <a:ext cx="5485028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0950" tIns="30450" rIns="60950" bIns="30450" anchor="ctr">
            <a:normAutofit/>
          </a:bodyPr>
          <a:lstStyle xmlns:a="http://schemas.openxmlformats.org/drawingml/2006/main">
            <a:lvl1pPr marR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Calibri"/>
              <a:buNone/>
              <a:defRPr sz="29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900"/>
              <a:buNone/>
              <a:defRPr sz="1200"/>
            </a:lvl2pPr>
            <a:lvl3pPr>
              <a:spcBef>
                <a:spcPts val="0"/>
              </a:spcBef>
              <a:spcAft>
                <a:spcPts val="0"/>
              </a:spcAft>
              <a:buSzPts val="900"/>
              <a:buNone/>
              <a:defRPr sz="1200"/>
            </a:lvl3pPr>
            <a:lvl4pPr>
              <a:spcBef>
                <a:spcPts val="0"/>
              </a:spcBef>
              <a:spcAft>
                <a:spcPts val="0"/>
              </a:spcAft>
              <a:buSzPts val="900"/>
              <a:buNone/>
              <a:defRPr sz="1200"/>
            </a:lvl4pPr>
            <a:lvl5pPr>
              <a:spcBef>
                <a:spcPts val="0"/>
              </a:spcBef>
              <a:spcAft>
                <a:spcPts val="0"/>
              </a:spcAft>
              <a:buSzPts val="900"/>
              <a:buNone/>
              <a:defRPr sz="1200"/>
            </a:lvl5pPr>
            <a:lvl6pPr>
              <a:spcBef>
                <a:spcPts val="0"/>
              </a:spcBef>
              <a:spcAft>
                <a:spcPts val="0"/>
              </a:spcAft>
              <a:buSzPts val="900"/>
              <a:buNone/>
              <a:defRPr sz="1200"/>
            </a:lvl6pPr>
            <a:lvl7pPr>
              <a:spcBef>
                <a:spcPts val="0"/>
              </a:spcBef>
              <a:spcAft>
                <a:spcPts val="0"/>
              </a:spcAft>
              <a:buSzPts val="900"/>
              <a:buNone/>
              <a:defRPr sz="1200"/>
            </a:lvl7pPr>
            <a:lvl8pPr>
              <a:spcBef>
                <a:spcPts val="0"/>
              </a:spcBef>
              <a:spcAft>
                <a:spcPts val="0"/>
              </a:spcAft>
              <a:buSzPts val="900"/>
              <a:buNone/>
              <a:defRPr sz="1200"/>
            </a:lvl8pPr>
            <a:lvl9pPr>
              <a:spcBef>
                <a:spcPts val="0"/>
              </a:spcBef>
              <a:spcAft>
                <a:spcPts val="0"/>
              </a:spcAft>
              <a:buSzPts val="900"/>
              <a:buNone/>
              <a:defRPr sz="1200"/>
            </a:lvl9pPr>
          </a:lstStyle>
          <a:p xmlns:a="http://schemas.openxmlformats.org/drawingml/2006/main"/>
        </p:txBody>
      </p:sp>
      <p:sp>
        <p:nvSpPr>
          <p:cNvPr id="82" name="Google Shape;82;g3f520f3c22e_2_0">
            <a:extLst xmlns:a="http://schemas.openxmlformats.org/drawingml/2006/main">
              <a:ext uri="{FF2B5EF4-FFF2-40B4-BE49-F238E27FC236}">
                <a16:creationId xmlns:a16="http://schemas.microsoft.com/office/drawing/2014/main" id="{913FEA36-7459-4552-8F35-D807C332B9C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04724" y="1066800"/>
            <a:ext cx="5485028" cy="30173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0950" tIns="30450" rIns="60950" bIns="30450" anchor="t">
            <a:normAutofit/>
          </a:bodyPr>
          <a:lstStyle xmlns:a="http://schemas.openxmlformats.org/drawingml/2006/main">
            <a:lvl1pPr marL="457200" marR="0" indent="-36195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L="914400" marR="0" indent="-34925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–"/>
              <a:defRPr sz="19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371600" marR="0" indent="-330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828800" marR="0" indent="-3111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–"/>
              <a:defRPr sz="13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286000" marR="0" indent="-3111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»"/>
              <a:defRPr sz="13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2743200" marR="0" indent="-3111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indent="-3111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indent="-3111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indent="-3111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/>
        </p:txBody>
      </p:sp>
      <p:sp>
        <p:nvSpPr>
          <p:cNvPr id="83" name="Google Shape;83;g3f520f3c22e_2_0">
            <a:extLst xmlns:a="http://schemas.openxmlformats.org/drawingml/2006/main">
              <a:ext uri="{FF2B5EF4-FFF2-40B4-BE49-F238E27FC236}">
                <a16:creationId xmlns:a16="http://schemas.microsoft.com/office/drawing/2014/main" id="{F4B40D02-4485-4F78-B98A-DF69B66A05D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304724" y="4237567"/>
            <a:ext cx="1422044" cy="243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0950" tIns="30450" rIns="60950" bIns="30450" anchor="ctr">
            <a:noAutofit/>
          </a:bodyPr>
          <a:lstStyle xmlns:a="http://schemas.openxmlformats.org/drawingml/2006/main">
            <a:lvl1pPr marR="0" algn="l">
              <a:spcBef>
                <a:spcPts val="0"/>
              </a:spcBef>
              <a:spcAft>
                <a:spcPts val="0"/>
              </a:spcAft>
              <a:buSzPts val="900"/>
              <a:buNone/>
              <a:defRPr sz="8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900"/>
              <a:buNone/>
              <a:defRPr sz="12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900"/>
              <a:buNone/>
              <a:defRPr sz="12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900"/>
              <a:buNone/>
              <a:defRPr sz="12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900"/>
              <a:buNone/>
              <a:defRPr sz="12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900"/>
              <a:buNone/>
              <a:defRPr sz="12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900"/>
              <a:buNone/>
              <a:defRPr sz="12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900"/>
              <a:buNone/>
              <a:defRPr sz="12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900"/>
              <a:buNone/>
              <a:defRPr sz="12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/>
        </p:txBody>
      </p:sp>
      <p:sp>
        <p:nvSpPr>
          <p:cNvPr id="84" name="Google Shape;84;g3f520f3c22e_2_0">
            <a:extLst xmlns:a="http://schemas.openxmlformats.org/drawingml/2006/main">
              <a:ext uri="{FF2B5EF4-FFF2-40B4-BE49-F238E27FC236}">
                <a16:creationId xmlns:a16="http://schemas.microsoft.com/office/drawing/2014/main" id="{7ACEED24-4874-4FB6-B335-BEA56DCE795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2082279" y="4237567"/>
            <a:ext cx="1929917" cy="243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0950" tIns="30450" rIns="60950" bIns="30450" anchor="ctr">
            <a:noAutofit/>
          </a:bodyPr>
          <a:lstStyle xmlns:a="http://schemas.openxmlformats.org/drawingml/2006/main">
            <a:lvl1pPr marR="0" algn="ctr">
              <a:spcBef>
                <a:spcPts val="0"/>
              </a:spcBef>
              <a:spcAft>
                <a:spcPts val="0"/>
              </a:spcAft>
              <a:buSzPts val="900"/>
              <a:buNone/>
              <a:defRPr sz="8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900"/>
              <a:buNone/>
              <a:defRPr sz="12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900"/>
              <a:buNone/>
              <a:defRPr sz="12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900"/>
              <a:buNone/>
              <a:defRPr sz="12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900"/>
              <a:buNone/>
              <a:defRPr sz="12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900"/>
              <a:buNone/>
              <a:defRPr sz="12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900"/>
              <a:buNone/>
              <a:defRPr sz="12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900"/>
              <a:buNone/>
              <a:defRPr sz="12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900"/>
              <a:buNone/>
              <a:defRPr sz="12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/>
        </p:txBody>
      </p:sp>
      <p:sp>
        <p:nvSpPr>
          <p:cNvPr id="85" name="Google Shape;85;g3f520f3c22e_2_0">
            <a:extLst xmlns:a="http://schemas.openxmlformats.org/drawingml/2006/main">
              <a:ext uri="{FF2B5EF4-FFF2-40B4-BE49-F238E27FC236}">
                <a16:creationId xmlns:a16="http://schemas.microsoft.com/office/drawing/2014/main" id="{B2F3745A-7F08-442B-83F5-C1AE25E59EF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4367707" y="4237567"/>
            <a:ext cx="1422044" cy="243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0950" tIns="30450" rIns="60950" bIns="30450" anchor="ctr">
            <a:noAutofit/>
          </a:bodyPr>
          <a:lstStyle xmlns:a="http://schemas.openxmlformats.org/drawingml/2006/main">
            <a:lvl1pPr marL="0" marR="0" indent="0" algn="r">
              <a:spcBef>
                <a:spcPts val="0"/>
              </a:spcBef>
              <a:buNone/>
              <a:defRPr sz="8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indent="0" algn="r">
              <a:spcBef>
                <a:spcPts val="0"/>
              </a:spcBef>
              <a:buNone/>
              <a:defRPr sz="8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indent="0" algn="r">
              <a:spcBef>
                <a:spcPts val="0"/>
              </a:spcBef>
              <a:buNone/>
              <a:defRPr sz="8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indent="0" algn="r">
              <a:spcBef>
                <a:spcPts val="0"/>
              </a:spcBef>
              <a:buNone/>
              <a:defRPr sz="8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indent="0" algn="r">
              <a:spcBef>
                <a:spcPts val="0"/>
              </a:spcBef>
              <a:buNone/>
              <a:defRPr sz="8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indent="0" algn="r">
              <a:spcBef>
                <a:spcPts val="0"/>
              </a:spcBef>
              <a:buNone/>
              <a:defRPr sz="8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indent="0" algn="r">
              <a:spcBef>
                <a:spcPts val="0"/>
              </a:spcBef>
              <a:buNone/>
              <a:defRPr sz="8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indent="0" algn="r">
              <a:spcBef>
                <a:spcPts val="0"/>
              </a:spcBef>
              <a:buNone/>
              <a:defRPr sz="8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indent="0" algn="r">
              <a:spcBef>
                <a:spcPts val="0"/>
              </a:spcBef>
              <a:buNone/>
              <a:defRPr sz="8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738764419efd46a7"/>
    <p:sldLayoutId xmlns:r="http://schemas.openxmlformats.org/officeDocument/2006/relationships" id="2147483662" r:id="R64b1859433b14639"/>
    <p:sldLayoutId xmlns:r="http://schemas.openxmlformats.org/officeDocument/2006/relationships" id="2147483663" r:id="R306028006982480b"/>
    <p:sldLayoutId xmlns:r="http://schemas.openxmlformats.org/officeDocument/2006/relationships" id="2147483664" r:id="R127eeff847fc413c"/>
    <p:sldLayoutId xmlns:r="http://schemas.openxmlformats.org/officeDocument/2006/relationships" id="2147483665" r:id="Rfd2dfe83d82d412e"/>
    <p:sldLayoutId xmlns:r="http://schemas.openxmlformats.org/officeDocument/2006/relationships" id="2147483666" r:id="Rc1edc7cdc5064449"/>
    <p:sldLayoutId xmlns:r="http://schemas.openxmlformats.org/officeDocument/2006/relationships" id="2147483667" r:id="Re6f1d3bfde1049f6"/>
    <p:sldLayoutId xmlns:r="http://schemas.openxmlformats.org/officeDocument/2006/relationships" id="2147483668" r:id="R284560bf227448f1"/>
    <p:sldLayoutId xmlns:r="http://schemas.openxmlformats.org/officeDocument/2006/relationships" id="2147483669" r:id="Rd5372770d76c4ab7"/>
    <p:sldLayoutId xmlns:r="http://schemas.openxmlformats.org/officeDocument/2006/relationships" id="2147483670" r:id="Rd4759b1aa6884194"/>
    <p:sldLayoutId xmlns:r="http://schemas.openxmlformats.org/officeDocument/2006/relationships" id="2147483671" r:id="R66d58ff797f344da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94fe90106dde4385" /><Relationship Type="http://schemas.openxmlformats.org/officeDocument/2006/relationships/image" Target="/ppt/media/image.jpeg" Id="R1e6984c8bd9145f2" /><Relationship Type="http://schemas.openxmlformats.org/officeDocument/2006/relationships/notesSlide" Target="/ppt/notesSlides/notesSlide1.xml" Id="R5585fbd875934e2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e4c47437423446e6" /><Relationship Type="http://schemas.openxmlformats.org/officeDocument/2006/relationships/image" Target="/ppt/media/image.jpeg" Id="R13ab330efddd4e75" /><Relationship Type="http://schemas.openxmlformats.org/officeDocument/2006/relationships/image" Target="/ppt/media/image.png" Id="R7955dbb8d58f4ea1" /><Relationship Type="http://schemas.openxmlformats.org/officeDocument/2006/relationships/image" Target="/ppt/media/image2.png" Id="Ra42c4c7ed270411e" /><Relationship Type="http://schemas.openxmlformats.org/officeDocument/2006/relationships/image" Target="/ppt/media/image3.png" Id="Rb207539c1be14d4d" /><Relationship Type="http://schemas.openxmlformats.org/officeDocument/2006/relationships/image" Target="/ppt/media/image4.png" Id="Rcc53558219b0482b" /><Relationship Type="http://schemas.openxmlformats.org/officeDocument/2006/relationships/notesSlide" Target="/ppt/notesSlides/notesSlide2.xml" Id="Ra4e49f0649c84a4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57dff5083aa44389" /><Relationship Type="http://schemas.openxmlformats.org/officeDocument/2006/relationships/image" Target="/ppt/media/image.jpeg" Id="Re031da6614e74c4a" /><Relationship Type="http://schemas.openxmlformats.org/officeDocument/2006/relationships/notesSlide" Target="/ppt/notesSlides/notesSlide3.xml" Id="R1e1a46befa284ac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f5971fbcaca94719" /><Relationship Type="http://schemas.openxmlformats.org/officeDocument/2006/relationships/image" Target="/ppt/media/image.jpeg" Id="Rd14ba68d29014b04" /><Relationship Type="http://schemas.openxmlformats.org/officeDocument/2006/relationships/image" Target="/ppt/media/image.png" Id="R61572f0d055841cd" /><Relationship Type="http://schemas.openxmlformats.org/officeDocument/2006/relationships/image" Target="/ppt/media/image2.png" Id="R16fa2c7a86074119" /><Relationship Type="http://schemas.openxmlformats.org/officeDocument/2006/relationships/image" Target="/ppt/media/image3.png" Id="R9f8202cbe51f4348" /><Relationship Type="http://schemas.openxmlformats.org/officeDocument/2006/relationships/image" Target="/ppt/media/image4.png" Id="R46e93ab5bf12445f" /><Relationship Type="http://schemas.openxmlformats.org/officeDocument/2006/relationships/notesSlide" Target="/ppt/notesSlides/notesSlide4.xml" Id="Rab3a832e765a471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b30eaa96fc2c46a1" /><Relationship Type="http://schemas.openxmlformats.org/officeDocument/2006/relationships/image" Target="/ppt/media/image.jpeg" Id="R3292e1810c5e4650" /><Relationship Type="http://schemas.openxmlformats.org/officeDocument/2006/relationships/image" Target="/ppt/media/image5.png" Id="R22b4169e51914ddf" /><Relationship Type="http://schemas.openxmlformats.org/officeDocument/2006/relationships/notesSlide" Target="/ppt/notesSlides/notesSlide5.xml" Id="R1186dad9d7e24a3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1ff8fed51fc4402e" /><Relationship Type="http://schemas.openxmlformats.org/officeDocument/2006/relationships/image" Target="/ppt/media/image.jpeg" Id="R4e9e26abc59b4c56" /><Relationship Type="http://schemas.openxmlformats.org/officeDocument/2006/relationships/notesSlide" Target="/ppt/notesSlides/notesSlide6.xml" Id="Re7ffce2ac74c434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adc4bf8439e1487e" /><Relationship Type="http://schemas.openxmlformats.org/officeDocument/2006/relationships/image" Target="/ppt/media/image.jpeg" Id="R90482af32e154376" /><Relationship Type="http://schemas.openxmlformats.org/officeDocument/2006/relationships/image" Target="/ppt/media/image6.png" Id="R713f7cd6cd2744b0" /><Relationship Type="http://schemas.openxmlformats.org/officeDocument/2006/relationships/image" Target="/ppt/media/image7.png" Id="R42bf49911fd04387" /><Relationship Type="http://schemas.openxmlformats.org/officeDocument/2006/relationships/image" Target="/ppt/media/image8.png" Id="Rcc6d3362b0d04e59" /><Relationship Type="http://schemas.openxmlformats.org/officeDocument/2006/relationships/notesSlide" Target="/ppt/notesSlides/notesSlide7.xml" Id="Rbd235fa5e8fc4ce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fe2a0e2a29d3440d" /><Relationship Type="http://schemas.openxmlformats.org/officeDocument/2006/relationships/image" Target="/ppt/media/image.jpeg" Id="Ra69cc91092f64f82" /><Relationship Type="http://schemas.openxmlformats.org/officeDocument/2006/relationships/notesSlide" Target="/ppt/notesSlides/notesSlide8.xml" Id="R5cec327d7040456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b70a47b759934778" /><Relationship Type="http://schemas.openxmlformats.org/officeDocument/2006/relationships/image" Target="/ppt/media/image.jpeg" Id="Rca2088ffbb5a4337" /><Relationship Type="http://schemas.openxmlformats.org/officeDocument/2006/relationships/notesSlide" Target="/ppt/notesSlides/notesSlide9.xml" Id="R17d8447874844ab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0c566873de13425a" /><Relationship Type="http://schemas.openxmlformats.org/officeDocument/2006/relationships/image" Target="/ppt/media/image.jpeg" Id="Rf5950a8912c14b17" /><Relationship Type="http://schemas.openxmlformats.org/officeDocument/2006/relationships/image" Target="/ppt/media/image9.png" Id="Rb321ba294864487a" /><Relationship Type="http://schemas.openxmlformats.org/officeDocument/2006/relationships/image" Target="/ppt/media/image10.png" Id="Rf7c2a6569f754996" /><Relationship Type="http://schemas.openxmlformats.org/officeDocument/2006/relationships/notesSlide" Target="/ppt/notesSlides/notesSlide10.xml" Id="R24672d712560443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fa0608f78d2f4023" /><Relationship Type="http://schemas.openxmlformats.org/officeDocument/2006/relationships/image" Target="/ppt/media/image.jpeg" Id="R09185ac513f74861" /><Relationship Type="http://schemas.openxmlformats.org/officeDocument/2006/relationships/image" Target="/ppt/media/image11.png" Id="R6020350b9a494230" /><Relationship Type="http://schemas.openxmlformats.org/officeDocument/2006/relationships/image" Target="/ppt/media/image12.png" Id="R9c8982a7591744ce" /><Relationship Type="http://schemas.openxmlformats.org/officeDocument/2006/relationships/notesSlide" Target="/ppt/notesSlides/notesSlide11.xml" Id="R96c155cbc74547e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5554cfc7892241ff" /><Relationship Type="http://schemas.openxmlformats.org/officeDocument/2006/relationships/image" Target="/ppt/media/image.jpeg" Id="R3f0335b9c507445c" /><Relationship Type="http://schemas.openxmlformats.org/officeDocument/2006/relationships/image" Target="/ppt/media/image13.png" Id="R5cbdb845624846a0" /><Relationship Type="http://schemas.openxmlformats.org/officeDocument/2006/relationships/notesSlide" Target="/ppt/notesSlides/notesSlide12.xml" Id="R2de8f82b0f6d466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064171b65c714daf" /><Relationship Type="http://schemas.openxmlformats.org/officeDocument/2006/relationships/image" Target="/ppt/media/image.jpeg" Id="Rc403badefdb14f60" /><Relationship Type="http://schemas.openxmlformats.org/officeDocument/2006/relationships/notesSlide" Target="/ppt/notesSlides/notesSlide13.xml" Id="R88ff3962dba947e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d8a7281378694d3c" /><Relationship Type="http://schemas.openxmlformats.org/officeDocument/2006/relationships/image" Target="/ppt/media/image.jpeg" Id="R1acf3e8d48af4074" /><Relationship Type="http://schemas.openxmlformats.org/officeDocument/2006/relationships/image" Target="/ppt/media/image2.png" Id="R66c84689b4154016" /><Relationship Type="http://schemas.openxmlformats.org/officeDocument/2006/relationships/image" Target="/ppt/media/image7.png" Id="R854f72294c454df3" /><Relationship Type="http://schemas.openxmlformats.org/officeDocument/2006/relationships/image" Target="/ppt/media/image14.png" Id="R1e9afc0b2e30412e" /><Relationship Type="http://schemas.openxmlformats.org/officeDocument/2006/relationships/notesSlide" Target="/ppt/notesSlides/notesSlide14.xml" Id="R417584b3a4454e9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c882b04740d14f81" /><Relationship Type="http://schemas.openxmlformats.org/officeDocument/2006/relationships/image" Target="/ppt/media/image.jpeg" Id="R932becb43c964da2" /><Relationship Type="http://schemas.openxmlformats.org/officeDocument/2006/relationships/notesSlide" Target="/ppt/notesSlides/notesSlide15.xml" Id="R51121d7dc6f2484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ededa8f0ee404ffe" /><Relationship Type="http://schemas.openxmlformats.org/officeDocument/2006/relationships/image" Target="/ppt/media/image15.png" Id="R682cf592716c4eb1" /><Relationship Type="http://schemas.openxmlformats.org/officeDocument/2006/relationships/image" Target="/ppt/media/image.jpeg" Id="R173c6e6da726431e" /><Relationship Type="http://schemas.openxmlformats.org/officeDocument/2006/relationships/notesSlide" Target="/ppt/notesSlides/notesSlide16.xml" Id="Rd635ddc67c604dc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F2C4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9" name="Google Shape;159;g3f520f3c22e_2_75">
            <a:extLst xmlns:a="http://schemas.openxmlformats.org/drawingml/2006/main">
              <a:ext uri="{FF2B5EF4-FFF2-40B4-BE49-F238E27FC236}">
                <a16:creationId xmlns:a16="http://schemas.microsoft.com/office/drawing/2014/main" id="{1BA0A05B-3CA0-4D9E-B6C2-8FB85576C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9038" y="0"/>
            <a:ext cx="4509912" cy="6858000"/>
          </a:xfrm>
          <a:custGeom xmlns:a="http://schemas.openxmlformats.org/drawingml/2006/main">
            <a:rect l="l" t="t" r="r" b="b"/>
            <a:pathLst>
              <a:path w="9022080" h="13716000">
                <a:moveTo>
                  <a:pt x="0" y="0"/>
                </a:moveTo>
                <a:lnTo>
                  <a:pt x="9022080" y="0"/>
                </a:lnTo>
                <a:lnTo>
                  <a:pt x="9022080" y="13716000"/>
                </a:lnTo>
                <a:lnTo>
                  <a:pt x="0" y="13716000"/>
                </a:lnTo>
                <a:close/>
              </a:path>
            </a:pathLst>
          </a:custGeom>
          <a:solidFill xmlns:a="http://schemas.openxmlformats.org/drawingml/2006/main">
            <a:srgbClr val="10345B"/>
          </a:solidFill>
          <a:ln xmlns:a="http://schemas.openxmlformats.org/drawingml/2006/main">
            <a:noFill/>
          </a:ln>
        </p:spPr>
      </p:sp>
      <p:sp>
        <p:nvSpPr>
          <p:cNvPr id="160" name="Google Shape;160;g3f520f3c22e_2_75">
            <a:extLst xmlns:a="http://schemas.openxmlformats.org/drawingml/2006/main">
              <a:ext uri="{FF2B5EF4-FFF2-40B4-BE49-F238E27FC236}">
                <a16:creationId xmlns:a16="http://schemas.microsoft.com/office/drawing/2014/main" id="{192E5455-445E-4308-B49A-5B803EAE2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376" y="853440"/>
            <a:ext cx="1340785" cy="1207008"/>
          </a:xfrm>
          <a:custGeom xmlns:a="http://schemas.openxmlformats.org/drawingml/2006/main">
            <a:rect l="l" t="t" r="r" b="b"/>
            <a:pathLst>
              <a:path w="2682240" h="2414016">
                <a:moveTo>
                  <a:pt x="0" y="1207008"/>
                </a:moveTo>
                <a:lnTo>
                  <a:pt x="603504" y="0"/>
                </a:lnTo>
                <a:lnTo>
                  <a:pt x="2078736" y="0"/>
                </a:lnTo>
                <a:lnTo>
                  <a:pt x="2682240" y="1207008"/>
                </a:lnTo>
                <a:lnTo>
                  <a:pt x="2078736" y="2414016"/>
                </a:lnTo>
                <a:lnTo>
                  <a:pt x="603504" y="2414016"/>
                </a:lnTo>
                <a:close/>
              </a:path>
            </a:pathLst>
          </a:custGeom>
          <a:solidFill xmlns:a="http://schemas.openxmlformats.org/drawingml/2006/main">
            <a:srgbClr val="1B4470"/>
          </a:solidFill>
          <a:ln xmlns:a="http://schemas.openxmlformats.org/drawingml/2006/main">
            <a:noFill/>
          </a:ln>
        </p:spPr>
      </p:sp>
      <p:sp>
        <p:nvSpPr>
          <p:cNvPr id="161" name="Google Shape;161;g3f520f3c22e_2_75">
            <a:extLst xmlns:a="http://schemas.openxmlformats.org/drawingml/2006/main">
              <a:ext uri="{FF2B5EF4-FFF2-40B4-BE49-F238E27FC236}">
                <a16:creationId xmlns:a16="http://schemas.microsoft.com/office/drawing/2014/main" id="{AE8844AD-373E-4EFD-803B-DA785A656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4939" y="1950720"/>
            <a:ext cx="853226" cy="768096"/>
          </a:xfrm>
          <a:custGeom xmlns:a="http://schemas.openxmlformats.org/drawingml/2006/main">
            <a:rect l="l" t="t" r="r" b="b"/>
            <a:pathLst>
              <a:path w="1706880" h="1536192">
                <a:moveTo>
                  <a:pt x="0" y="768096"/>
                </a:moveTo>
                <a:lnTo>
                  <a:pt x="384048" y="0"/>
                </a:lnTo>
                <a:lnTo>
                  <a:pt x="1322832" y="0"/>
                </a:lnTo>
                <a:lnTo>
                  <a:pt x="1706880" y="768096"/>
                </a:lnTo>
                <a:lnTo>
                  <a:pt x="1322832" y="1536192"/>
                </a:lnTo>
                <a:lnTo>
                  <a:pt x="384048" y="1536192"/>
                </a:lnTo>
                <a:close/>
              </a:path>
            </a:pathLst>
          </a:custGeom>
          <a:solidFill xmlns:a="http://schemas.openxmlformats.org/drawingml/2006/main">
            <a:srgbClr val="4A6FA5"/>
          </a:solidFill>
          <a:ln xmlns:a="http://schemas.openxmlformats.org/drawingml/2006/main">
            <a:noFill/>
          </a:ln>
        </p:spPr>
      </p:sp>
      <p:sp>
        <p:nvSpPr>
          <p:cNvPr id="162" name="Google Shape;162;g3f520f3c22e_2_75">
            <a:extLst xmlns:a="http://schemas.openxmlformats.org/drawingml/2006/main">
              <a:ext uri="{FF2B5EF4-FFF2-40B4-BE49-F238E27FC236}">
                <a16:creationId xmlns:a16="http://schemas.microsoft.com/office/drawing/2014/main" id="{F5A99F1D-8755-4105-85B5-537340495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9823" y="3048000"/>
            <a:ext cx="548503" cy="493776"/>
          </a:xfrm>
          <a:custGeom xmlns:a="http://schemas.openxmlformats.org/drawingml/2006/main">
            <a:rect l="l" t="t" r="r" b="b"/>
            <a:pathLst>
              <a:path w="1097280" h="987552">
                <a:moveTo>
                  <a:pt x="0" y="493776"/>
                </a:moveTo>
                <a:lnTo>
                  <a:pt x="246888" y="0"/>
                </a:lnTo>
                <a:lnTo>
                  <a:pt x="850392" y="0"/>
                </a:lnTo>
                <a:lnTo>
                  <a:pt x="1097280" y="493776"/>
                </a:lnTo>
                <a:lnTo>
                  <a:pt x="850392" y="987552"/>
                </a:lnTo>
                <a:lnTo>
                  <a:pt x="246888" y="987552"/>
                </a:lnTo>
                <a:close/>
              </a:path>
            </a:pathLst>
          </a:custGeom>
          <a:solidFill xmlns:a="http://schemas.openxmlformats.org/drawingml/2006/main">
            <a:srgbClr val="38BDF8"/>
          </a:solidFill>
          <a:ln xmlns:a="http://schemas.openxmlformats.org/drawingml/2006/main">
            <a:noFill/>
          </a:ln>
        </p:spPr>
      </p:sp>
      <p:sp>
        <p:nvSpPr>
          <p:cNvPr id="163" name="Google Shape;163;g3f520f3c22e_2_75">
            <a:extLst xmlns:a="http://schemas.openxmlformats.org/drawingml/2006/main">
              <a:ext uri="{FF2B5EF4-FFF2-40B4-BE49-F238E27FC236}">
                <a16:creationId xmlns:a16="http://schemas.microsoft.com/office/drawing/2014/main" id="{08D9ECF4-FEDA-4356-A11A-A7F481475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0608" y="4145280"/>
            <a:ext cx="1097005" cy="987552"/>
          </a:xfrm>
          <a:custGeom xmlns:a="http://schemas.openxmlformats.org/drawingml/2006/main">
            <a:rect l="l" t="t" r="r" b="b"/>
            <a:pathLst>
              <a:path w="2194560" h="1975104">
                <a:moveTo>
                  <a:pt x="0" y="987552"/>
                </a:moveTo>
                <a:lnTo>
                  <a:pt x="493776" y="0"/>
                </a:lnTo>
                <a:lnTo>
                  <a:pt x="1700784" y="0"/>
                </a:lnTo>
                <a:lnTo>
                  <a:pt x="2194560" y="987552"/>
                </a:lnTo>
                <a:lnTo>
                  <a:pt x="1700784" y="1975104"/>
                </a:lnTo>
                <a:lnTo>
                  <a:pt x="493776" y="1975104"/>
                </a:lnTo>
                <a:close/>
              </a:path>
            </a:pathLst>
          </a:custGeom>
          <a:solidFill xmlns:a="http://schemas.openxmlformats.org/drawingml/2006/main">
            <a:srgbClr val="1B4470"/>
          </a:solidFill>
          <a:ln xmlns:a="http://schemas.openxmlformats.org/drawingml/2006/main">
            <a:noFill/>
          </a:ln>
        </p:spPr>
      </p:sp>
      <p:sp>
        <p:nvSpPr>
          <p:cNvPr id="164" name="Google Shape;164;g3f520f3c22e_2_75">
            <a:extLst xmlns:a="http://schemas.openxmlformats.org/drawingml/2006/main">
              <a:ext uri="{FF2B5EF4-FFF2-40B4-BE49-F238E27FC236}">
                <a16:creationId xmlns:a16="http://schemas.microsoft.com/office/drawing/2014/main" id="{DEA575CA-45CE-4C0D-B01A-8F9215136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2265" y="4998720"/>
            <a:ext cx="731337" cy="658368"/>
          </a:xfrm>
          <a:custGeom xmlns:a="http://schemas.openxmlformats.org/drawingml/2006/main">
            <a:rect l="l" t="t" r="r" b="b"/>
            <a:pathLst>
              <a:path w="1463040" h="1316736">
                <a:moveTo>
                  <a:pt x="0" y="658368"/>
                </a:moveTo>
                <a:lnTo>
                  <a:pt x="329184" y="0"/>
                </a:lnTo>
                <a:lnTo>
                  <a:pt x="1133856" y="0"/>
                </a:lnTo>
                <a:lnTo>
                  <a:pt x="1463040" y="658368"/>
                </a:lnTo>
                <a:lnTo>
                  <a:pt x="1133856" y="1316736"/>
                </a:lnTo>
                <a:lnTo>
                  <a:pt x="329184" y="1316736"/>
                </a:lnTo>
                <a:close/>
              </a:path>
            </a:pathLst>
          </a:custGeom>
          <a:solidFill xmlns:a="http://schemas.openxmlformats.org/drawingml/2006/main">
            <a:srgbClr val="23507F"/>
          </a:solidFill>
          <a:ln xmlns:a="http://schemas.openxmlformats.org/drawingml/2006/main">
            <a:noFill/>
          </a:ln>
        </p:spPr>
      </p:sp>
      <p:sp>
        <p:nvSpPr>
          <p:cNvPr id="166" name="Google Shape;166;g3f520f3c22e_2_75">
            <a:extLst xmlns:a="http://schemas.openxmlformats.org/drawingml/2006/main">
              <a:ext uri="{FF2B5EF4-FFF2-40B4-BE49-F238E27FC236}">
                <a16:creationId xmlns:a16="http://schemas.microsoft.com/office/drawing/2014/main" id="{3961557C-3E66-47A2-ABB9-40131D446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1337" y="1206361"/>
            <a:ext cx="7557149" cy="561479"/>
          </a:xfrm>
          <a:custGeom xmlns:a="http://schemas.openxmlformats.org/drawingml/2006/main">
            <a:rect l="l" t="t" r="r" b="b"/>
            <a:pathLst>
              <a:path w="15118080" h="1122958">
                <a:moveTo>
                  <a:pt x="0" y="0"/>
                </a:moveTo>
                <a:lnTo>
                  <a:pt x="15118080" y="0"/>
                </a:lnTo>
                <a:lnTo>
                  <a:pt x="15118080" y="1122958"/>
                </a:lnTo>
                <a:lnTo>
                  <a:pt x="0" y="1122958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1e6984c8bd9145f2">
              <a:alphaModFix amt="0"/>
            </a:blip>
            <a:stretch>
              <a:fillRect l="0" t="-229759" r="0" b="-194900"/>
            </a:stretch>
          </a:blipFill>
          <a:ln xmlns:a="http://schemas.openxmlformats.org/drawingml/2006/main">
            <a:noFill/>
          </a:ln>
        </p:spPr>
      </p:sp>
      <p:sp>
        <p:nvSpPr>
          <p:cNvPr id="167" name="Google Shape;167;g3f520f3c22e_2_75">
            <a:extLst xmlns:a="http://schemas.openxmlformats.org/drawingml/2006/main">
              <a:ext uri="{FF2B5EF4-FFF2-40B4-BE49-F238E27FC236}">
                <a16:creationId xmlns:a16="http://schemas.microsoft.com/office/drawing/2014/main" id="{6C614DAA-4B49-4A4E-B450-3EA39A0A0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1337" y="1187311"/>
            <a:ext cx="7557149" cy="5805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 u="none" cap="none">
                <a:solidFill>
                  <a:srgbClr val="93C5FD"/>
                </a:solidFill>
                <a:latin typeface="Calibri"/>
                <a:ea typeface="Calibri"/>
                <a:cs typeface="Calibri"/>
              </a:rPr>
              <a:t>PROJETO ACADÊMICO · INTERNET DAS COISAS</a:t>
            </a:r>
          </a:p>
        </p:txBody>
      </p:sp>
      <p:sp>
        <p:nvSpPr>
          <p:cNvPr id="168" name="Google Shape;168;g3f520f3c22e_2_75">
            <a:extLst xmlns:a="http://schemas.openxmlformats.org/drawingml/2006/main">
              <a:ext uri="{FF2B5EF4-FFF2-40B4-BE49-F238E27FC236}">
                <a16:creationId xmlns:a16="http://schemas.microsoft.com/office/drawing/2014/main" id="{2CAE8897-C0AA-41D4-9512-5ADC5C8D4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337" y="1720850"/>
            <a:ext cx="7800928" cy="193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300" b="1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AIR SENSE</a:t>
            </a:r>
          </a:p>
        </p:txBody>
      </p:sp>
      <p:sp>
        <p:nvSpPr>
          <p:cNvPr id="169" name="Google Shape;169;g3f520f3c22e_2_75">
            <a:extLst xmlns:a="http://schemas.openxmlformats.org/drawingml/2006/main">
              <a:ext uri="{FF2B5EF4-FFF2-40B4-BE49-F238E27FC236}">
                <a16:creationId xmlns:a16="http://schemas.microsoft.com/office/drawing/2014/main" id="{A9B54C86-9F99-4491-88A2-E28B42538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337" y="3321050"/>
            <a:ext cx="6825812" cy="10680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0" i="0" u="none" cap="none">
                <a:solidFill>
                  <a:srgbClr val="C9D7EA"/>
                </a:solidFill>
                <a:latin typeface="Calibri"/>
                <a:ea typeface="Calibri"/>
                <a:cs typeface="Calibri"/>
              </a:rPr>
              <a:t>Monitoramento de qualidade do ar do sensor ao dashboard, com firmware robusto, aplicativo Flutter e caminho reproduzível para AWS.</a:t>
            </a:r>
          </a:p>
        </p:txBody>
      </p:sp>
      <p:sp>
        <p:nvSpPr>
          <p:cNvPr id="170" name="Google Shape;170;g3f520f3c22e_2_75">
            <a:extLst xmlns:a="http://schemas.openxmlformats.org/drawingml/2006/main">
              <a:ext uri="{FF2B5EF4-FFF2-40B4-BE49-F238E27FC236}">
                <a16:creationId xmlns:a16="http://schemas.microsoft.com/office/drawing/2014/main" id="{38359DE4-56F5-4C47-A574-80A1BA501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989" y="4687570"/>
            <a:ext cx="1286442" cy="524764"/>
          </a:xfrm>
          <a:custGeom xmlns:a="http://schemas.openxmlformats.org/drawingml/2006/main">
            <a:rect l="l" t="t" r="r" b="b"/>
            <a:pathLst>
              <a:path w="2573528" h="1049528">
                <a:moveTo>
                  <a:pt x="0" y="524764"/>
                </a:moveTo>
                <a:cubicBezTo>
                  <a:pt x="0" y="234950"/>
                  <a:pt x="234950" y="0"/>
                  <a:pt x="524764" y="0"/>
                </a:cubicBezTo>
                <a:lnTo>
                  <a:pt x="2048764" y="0"/>
                </a:lnTo>
                <a:cubicBezTo>
                  <a:pt x="2338578" y="0"/>
                  <a:pt x="2573528" y="234950"/>
                  <a:pt x="2573528" y="524764"/>
                </a:cubicBezTo>
                <a:cubicBezTo>
                  <a:pt x="2573528" y="814578"/>
                  <a:pt x="2338578" y="1049528"/>
                  <a:pt x="2048764" y="1049528"/>
                </a:cubicBezTo>
                <a:lnTo>
                  <a:pt x="524764" y="1049528"/>
                </a:lnTo>
                <a:cubicBezTo>
                  <a:pt x="234950" y="1049528"/>
                  <a:pt x="0" y="814578"/>
                  <a:pt x="0" y="524764"/>
                </a:cubicBezTo>
                <a:close/>
              </a:path>
            </a:pathLst>
          </a:custGeom>
          <a:solidFill xmlns:a="http://schemas.openxmlformats.org/drawingml/2006/main">
            <a:srgbClr val="1B4470"/>
          </a:solidFill>
          <a:ln xmlns:a="http://schemas.openxmlformats.org/drawingml/2006/main" w="19050" cmpd="sng">
            <a:solidFill>
              <a:srgbClr val="2E5384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60950" tIns="60950" rIns="60950" bIns="6095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72" name="Google Shape;172;g3f520f3c22e_2_75">
            <a:extLst xmlns:a="http://schemas.openxmlformats.org/drawingml/2006/main">
              <a:ext uri="{FF2B5EF4-FFF2-40B4-BE49-F238E27FC236}">
                <a16:creationId xmlns:a16="http://schemas.microsoft.com/office/drawing/2014/main" id="{BCF5F75D-BED6-4B67-BD43-8C4EA86A0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1337" y="4693920"/>
            <a:ext cx="1273745" cy="512064"/>
          </a:xfrm>
          <a:custGeom xmlns:a="http://schemas.openxmlformats.org/drawingml/2006/main">
            <a:rect l="l" t="t" r="r" b="b"/>
            <a:pathLst>
              <a:path w="2548128" h="1024128">
                <a:moveTo>
                  <a:pt x="0" y="0"/>
                </a:moveTo>
                <a:lnTo>
                  <a:pt x="2548128" y="0"/>
                </a:lnTo>
                <a:lnTo>
                  <a:pt x="2548128" y="1024128"/>
                </a:lnTo>
                <a:lnTo>
                  <a:pt x="0" y="1024128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1e6984c8bd9145f2">
              <a:alphaModFix amt="0"/>
            </a:blip>
            <a:stretch>
              <a:fillRect l="-1566" t="0" r="-1566" b="0"/>
            </a:stretch>
          </a:blipFill>
          <a:ln xmlns:a="http://schemas.openxmlformats.org/drawingml/2006/main">
            <a:noFill/>
          </a:ln>
        </p:spPr>
      </p:sp>
      <p:sp>
        <p:nvSpPr>
          <p:cNvPr id="173" name="Google Shape;173;g3f520f3c22e_2_75">
            <a:extLst xmlns:a="http://schemas.openxmlformats.org/drawingml/2006/main">
              <a:ext uri="{FF2B5EF4-FFF2-40B4-BE49-F238E27FC236}">
                <a16:creationId xmlns:a16="http://schemas.microsoft.com/office/drawing/2014/main" id="{814635E6-E816-4488-899B-BF3251545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1337" y="4674870"/>
            <a:ext cx="1273745" cy="5311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0" u="none" cap="none">
                <a:solidFill>
                  <a:srgbClr val="DCE8F7"/>
                </a:solidFill>
                <a:latin typeface="Calibri"/>
                <a:ea typeface="Calibri"/>
                <a:cs typeface="Calibri"/>
              </a:rPr>
              <a:t>Grupo 6</a:t>
            </a:r>
          </a:p>
        </p:txBody>
      </p:sp>
      <p:sp>
        <p:nvSpPr>
          <p:cNvPr id="174" name="Google Shape;174;g3f520f3c22e_2_75">
            <a:extLst xmlns:a="http://schemas.openxmlformats.org/drawingml/2006/main">
              <a:ext uri="{FF2B5EF4-FFF2-40B4-BE49-F238E27FC236}">
                <a16:creationId xmlns:a16="http://schemas.microsoft.com/office/drawing/2014/main" id="{7FF51E2F-E0F3-454E-87ED-4B7B52D67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8135" y="4687570"/>
            <a:ext cx="2529715" cy="524764"/>
          </a:xfrm>
          <a:custGeom xmlns:a="http://schemas.openxmlformats.org/drawingml/2006/main">
            <a:rect l="l" t="t" r="r" b="b"/>
            <a:pathLst>
              <a:path w="5060696" h="1049528">
                <a:moveTo>
                  <a:pt x="0" y="524764"/>
                </a:moveTo>
                <a:cubicBezTo>
                  <a:pt x="0" y="234950"/>
                  <a:pt x="234950" y="0"/>
                  <a:pt x="524764" y="0"/>
                </a:cubicBezTo>
                <a:lnTo>
                  <a:pt x="4535932" y="0"/>
                </a:lnTo>
                <a:cubicBezTo>
                  <a:pt x="4825746" y="0"/>
                  <a:pt x="5060696" y="234950"/>
                  <a:pt x="5060696" y="524764"/>
                </a:cubicBezTo>
                <a:cubicBezTo>
                  <a:pt x="5060696" y="814578"/>
                  <a:pt x="4825746" y="1049528"/>
                  <a:pt x="4535932" y="1049528"/>
                </a:cubicBezTo>
                <a:lnTo>
                  <a:pt x="524764" y="1049528"/>
                </a:lnTo>
                <a:cubicBezTo>
                  <a:pt x="234950" y="1049528"/>
                  <a:pt x="0" y="814578"/>
                  <a:pt x="0" y="524764"/>
                </a:cubicBezTo>
                <a:close/>
              </a:path>
            </a:pathLst>
          </a:custGeom>
          <a:solidFill xmlns:a="http://schemas.openxmlformats.org/drawingml/2006/main">
            <a:srgbClr val="1B4470"/>
          </a:solidFill>
          <a:ln xmlns:a="http://schemas.openxmlformats.org/drawingml/2006/main" w="19050" cmpd="sng">
            <a:solidFill>
              <a:srgbClr val="2E5384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60950" tIns="60950" rIns="60950" bIns="6095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76" name="Google Shape;176;g3f520f3c22e_2_75">
            <a:extLst xmlns:a="http://schemas.openxmlformats.org/drawingml/2006/main">
              <a:ext uri="{FF2B5EF4-FFF2-40B4-BE49-F238E27FC236}">
                <a16:creationId xmlns:a16="http://schemas.microsoft.com/office/drawing/2014/main" id="{AD3B8E77-83D5-4F5B-904F-0D960FF3F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224483" y="4693920"/>
            <a:ext cx="2517018" cy="512064"/>
          </a:xfrm>
          <a:custGeom xmlns:a="http://schemas.openxmlformats.org/drawingml/2006/main">
            <a:rect l="l" t="t" r="r" b="b"/>
            <a:pathLst>
              <a:path w="5035296" h="1024128">
                <a:moveTo>
                  <a:pt x="0" y="0"/>
                </a:moveTo>
                <a:lnTo>
                  <a:pt x="5035296" y="0"/>
                </a:lnTo>
                <a:lnTo>
                  <a:pt x="5035296" y="1024128"/>
                </a:lnTo>
                <a:lnTo>
                  <a:pt x="0" y="1024128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1e6984c8bd9145f2">
              <a:alphaModFix amt="0"/>
            </a:blip>
            <a:stretch>
              <a:fillRect l="0" t="-45800" r="0" b="-45800"/>
            </a:stretch>
          </a:blipFill>
          <a:ln xmlns:a="http://schemas.openxmlformats.org/drawingml/2006/main">
            <a:noFill/>
          </a:ln>
        </p:spPr>
      </p:sp>
      <p:sp>
        <p:nvSpPr>
          <p:cNvPr id="177" name="Google Shape;177;g3f520f3c22e_2_75">
            <a:extLst xmlns:a="http://schemas.openxmlformats.org/drawingml/2006/main">
              <a:ext uri="{FF2B5EF4-FFF2-40B4-BE49-F238E27FC236}">
                <a16:creationId xmlns:a16="http://schemas.microsoft.com/office/drawing/2014/main" id="{6A3259DD-88D4-4315-BC85-F9DE92300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224483" y="4674870"/>
            <a:ext cx="2517018" cy="5311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0" u="none" cap="none">
                <a:solidFill>
                  <a:srgbClr val="DCE8F7"/>
                </a:solidFill>
                <a:latin typeface="Calibri"/>
                <a:ea typeface="Calibri"/>
                <a:cs typeface="Calibri"/>
              </a:rPr>
              <a:t>Entrega final</a:t>
            </a:r>
          </a:p>
        </p:txBody>
      </p:sp>
      <p:sp>
        <p:nvSpPr>
          <p:cNvPr id="178" name="Google Shape;178;g3f520f3c22e_2_75">
            <a:extLst xmlns:a="http://schemas.openxmlformats.org/drawingml/2006/main">
              <a:ext uri="{FF2B5EF4-FFF2-40B4-BE49-F238E27FC236}">
                <a16:creationId xmlns:a16="http://schemas.microsoft.com/office/drawing/2014/main" id="{DACC5C86-D981-4C0C-AB45-0823451B1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4554" y="4687570"/>
            <a:ext cx="2322503" cy="524764"/>
          </a:xfrm>
          <a:custGeom xmlns:a="http://schemas.openxmlformats.org/drawingml/2006/main">
            <a:rect l="l" t="t" r="r" b="b"/>
            <a:pathLst>
              <a:path w="4646168" h="1049528">
                <a:moveTo>
                  <a:pt x="0" y="524764"/>
                </a:moveTo>
                <a:cubicBezTo>
                  <a:pt x="0" y="234950"/>
                  <a:pt x="234950" y="0"/>
                  <a:pt x="524764" y="0"/>
                </a:cubicBezTo>
                <a:lnTo>
                  <a:pt x="4121404" y="0"/>
                </a:lnTo>
                <a:cubicBezTo>
                  <a:pt x="4411218" y="0"/>
                  <a:pt x="4646168" y="234950"/>
                  <a:pt x="4646168" y="524764"/>
                </a:cubicBezTo>
                <a:cubicBezTo>
                  <a:pt x="4646168" y="814578"/>
                  <a:pt x="4411218" y="1049528"/>
                  <a:pt x="4121404" y="1049528"/>
                </a:cubicBezTo>
                <a:lnTo>
                  <a:pt x="524764" y="1049528"/>
                </a:lnTo>
                <a:cubicBezTo>
                  <a:pt x="234950" y="1049528"/>
                  <a:pt x="0" y="814578"/>
                  <a:pt x="0" y="524764"/>
                </a:cubicBezTo>
                <a:close/>
              </a:path>
            </a:pathLst>
          </a:custGeom>
          <a:solidFill xmlns:a="http://schemas.openxmlformats.org/drawingml/2006/main">
            <a:srgbClr val="1B4470"/>
          </a:solidFill>
          <a:ln xmlns:a="http://schemas.openxmlformats.org/drawingml/2006/main" w="19050" cmpd="sng">
            <a:solidFill>
              <a:srgbClr val="2E5384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60950" tIns="60950" rIns="60950" bIns="6095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80" name="Google Shape;180;g3f520f3c22e_2_75">
            <a:extLst xmlns:a="http://schemas.openxmlformats.org/drawingml/2006/main">
              <a:ext uri="{FF2B5EF4-FFF2-40B4-BE49-F238E27FC236}">
                <a16:creationId xmlns:a16="http://schemas.microsoft.com/office/drawing/2014/main" id="{D14EB185-D7A6-4106-B60C-E5484CEC7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60903" y="4693920"/>
            <a:ext cx="2309806" cy="512064"/>
          </a:xfrm>
          <a:custGeom xmlns:a="http://schemas.openxmlformats.org/drawingml/2006/main">
            <a:rect l="l" t="t" r="r" b="b"/>
            <a:pathLst>
              <a:path w="4620768" h="1024128">
                <a:moveTo>
                  <a:pt x="0" y="0"/>
                </a:moveTo>
                <a:lnTo>
                  <a:pt x="4620768" y="0"/>
                </a:lnTo>
                <a:lnTo>
                  <a:pt x="4620768" y="1024128"/>
                </a:lnTo>
                <a:lnTo>
                  <a:pt x="0" y="1024128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1e6984c8bd9145f2">
              <a:alphaModFix amt="0"/>
            </a:blip>
            <a:stretch>
              <a:fillRect l="0" t="-37914" r="0" b="-37914"/>
            </a:stretch>
          </a:blipFill>
          <a:ln xmlns:a="http://schemas.openxmlformats.org/drawingml/2006/main">
            <a:noFill/>
          </a:ln>
        </p:spPr>
      </p:sp>
      <p:sp>
        <p:nvSpPr>
          <p:cNvPr id="181" name="Google Shape;181;g3f520f3c22e_2_75">
            <a:extLst xmlns:a="http://schemas.openxmlformats.org/drawingml/2006/main">
              <a:ext uri="{FF2B5EF4-FFF2-40B4-BE49-F238E27FC236}">
                <a16:creationId xmlns:a16="http://schemas.microsoft.com/office/drawing/2014/main" id="{8FE89BD7-0036-4ADE-8F2E-735D55A19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60903" y="4674870"/>
            <a:ext cx="2309806" cy="5311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0" u="none" cap="none">
                <a:solidFill>
                  <a:srgbClr val="DCE8F7"/>
                </a:solidFill>
                <a:latin typeface="Calibri"/>
                <a:ea typeface="Calibri"/>
                <a:cs typeface="Calibri"/>
              </a:rPr>
              <a:t>02/08/2026</a:t>
            </a:r>
          </a:p>
        </p:txBody>
      </p:sp>
      <p:sp>
        <p:nvSpPr>
          <p:cNvPr id="183" name="Google Shape;183;g3f520f3c22e_2_75">
            <a:extLst xmlns:a="http://schemas.openxmlformats.org/drawingml/2006/main">
              <a:ext uri="{FF2B5EF4-FFF2-40B4-BE49-F238E27FC236}">
                <a16:creationId xmlns:a16="http://schemas.microsoft.com/office/drawing/2014/main" id="{BC3372B8-15F7-40FB-A6F5-CC34280DC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1337" y="5791200"/>
            <a:ext cx="7800928" cy="365759"/>
          </a:xfrm>
          <a:custGeom xmlns:a="http://schemas.openxmlformats.org/drawingml/2006/main">
            <a:rect l="l" t="t" r="r" b="b"/>
            <a:pathLst>
              <a:path w="15605761" h="731520">
                <a:moveTo>
                  <a:pt x="0" y="0"/>
                </a:moveTo>
                <a:lnTo>
                  <a:pt x="15605761" y="0"/>
                </a:lnTo>
                <a:lnTo>
                  <a:pt x="15605761" y="731520"/>
                </a:lnTo>
                <a:lnTo>
                  <a:pt x="0" y="731520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1e6984c8bd9145f2">
              <a:alphaModFix amt="0"/>
            </a:blip>
            <a:stretch>
              <a:fillRect l="0" t="-365697" r="0" b="-365697"/>
            </a:stretch>
          </a:blipFill>
          <a:ln xmlns:a="http://schemas.openxmlformats.org/drawingml/2006/main">
            <a:noFill/>
          </a:ln>
        </p:spPr>
      </p:sp>
      <p:sp>
        <p:nvSpPr>
          <p:cNvPr id="184" name="Google Shape;184;g3f520f3c22e_2_75">
            <a:extLst xmlns:a="http://schemas.openxmlformats.org/drawingml/2006/main">
              <a:ext uri="{FF2B5EF4-FFF2-40B4-BE49-F238E27FC236}">
                <a16:creationId xmlns:a16="http://schemas.microsoft.com/office/drawing/2014/main" id="{E0667CCC-BCE8-4D7A-95C8-3941C932C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1337" y="5767388"/>
            <a:ext cx="7800927" cy="3895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0" u="none" cap="none">
                <a:solidFill>
                  <a:srgbClr val="9FB4CE"/>
                </a:solidFill>
                <a:latin typeface="Calibri"/>
                <a:ea typeface="Calibri"/>
                <a:cs typeface="Calibri"/>
              </a:rPr>
              <a:t>ESP-WROOM-32 · MQTT · Web/PWA · Mobile · AWS</a:t>
            </a:r>
          </a:p>
        </p:txBody>
      </p:sp>
      <p:sp>
        <p:nvSpPr>
          <p:cNvPr id="186" name="Google Shape;186;g3f520f3c22e_2_75">
            <a:extLst xmlns:a="http://schemas.openxmlformats.org/drawingml/2006/main">
              <a:ext uri="{FF2B5EF4-FFF2-40B4-BE49-F238E27FC236}">
                <a16:creationId xmlns:a16="http://schemas.microsoft.com/office/drawing/2014/main" id="{533F3E0F-D119-4363-A5B6-52651AC6B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1337" y="6461760"/>
            <a:ext cx="6703923" cy="304800"/>
          </a:xfrm>
          <a:custGeom xmlns:a="http://schemas.openxmlformats.org/drawingml/2006/main">
            <a:rect l="l" t="t" r="r" b="b"/>
            <a:pathLst>
              <a:path w="13411200" h="609600">
                <a:moveTo>
                  <a:pt x="0" y="0"/>
                </a:moveTo>
                <a:lnTo>
                  <a:pt x="13411200" y="0"/>
                </a:lnTo>
                <a:lnTo>
                  <a:pt x="13411200" y="609600"/>
                </a:lnTo>
                <a:lnTo>
                  <a:pt x="0" y="609600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1e6984c8bd9145f2">
              <a:alphaModFix amt="0"/>
            </a:blip>
            <a:stretch>
              <a:fillRect l="0" t="-378669" r="0" b="-378669"/>
            </a:stretch>
          </a:blipFill>
          <a:ln xmlns:a="http://schemas.openxmlformats.org/drawingml/2006/main">
            <a:noFill/>
          </a:ln>
        </p:spPr>
      </p:sp>
      <p:sp>
        <p:nvSpPr>
          <p:cNvPr id="187" name="Google Shape;187;g3f520f3c22e_2_75">
            <a:extLst xmlns:a="http://schemas.openxmlformats.org/drawingml/2006/main">
              <a:ext uri="{FF2B5EF4-FFF2-40B4-BE49-F238E27FC236}">
                <a16:creationId xmlns:a16="http://schemas.microsoft.com/office/drawing/2014/main" id="{3BB0CAD8-B9B6-4FDE-B828-C123BC135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1337" y="6442710"/>
            <a:ext cx="6703923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cap="none">
                <a:solidFill>
                  <a:srgbClr val="6E85A3"/>
                </a:solidFill>
                <a:latin typeface="Calibri"/>
                <a:ea typeface="Calibri"/>
                <a:cs typeface="Calibri"/>
              </a:rPr>
              <a:t>Air Sense · ESP-WROOM-32 · qualidade do ar · protótipo acadêmico</a:t>
            </a:r>
          </a:p>
        </p:txBody>
      </p:sp>
      <p:sp>
        <p:nvSpPr>
          <p:cNvPr id="189" name="Google Shape;189;g3f520f3c22e_2_75">
            <a:extLst xmlns:a="http://schemas.openxmlformats.org/drawingml/2006/main">
              <a:ext uri="{FF2B5EF4-FFF2-40B4-BE49-F238E27FC236}">
                <a16:creationId xmlns:a16="http://schemas.microsoft.com/office/drawing/2014/main" id="{9729522A-5841-4301-9570-FA094AD88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09110" y="6461760"/>
            <a:ext cx="609448" cy="304800"/>
          </a:xfrm>
          <a:custGeom xmlns:a="http://schemas.openxmlformats.org/drawingml/2006/main">
            <a:rect l="l" t="t" r="r" b="b"/>
            <a:pathLst>
              <a:path w="1219200" h="609600">
                <a:moveTo>
                  <a:pt x="0" y="0"/>
                </a:moveTo>
                <a:lnTo>
                  <a:pt x="1219200" y="0"/>
                </a:lnTo>
                <a:lnTo>
                  <a:pt x="1219200" y="609600"/>
                </a:lnTo>
                <a:lnTo>
                  <a:pt x="0" y="609600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1e6984c8bd9145f2">
              <a:alphaModFix amt="0"/>
            </a:blip>
            <a:stretch>
              <a:fillRect l="-14150" t="0" r="-14150" b="0"/>
            </a:stretch>
          </a:blipFill>
          <a:ln xmlns:a="http://schemas.openxmlformats.org/drawingml/2006/main">
            <a:noFill/>
          </a:ln>
        </p:spPr>
      </p:sp>
      <p:sp>
        <p:nvSpPr>
          <p:cNvPr id="190" name="Google Shape;190;g3f520f3c22e_2_75">
            <a:extLst xmlns:a="http://schemas.openxmlformats.org/drawingml/2006/main">
              <a:ext uri="{FF2B5EF4-FFF2-40B4-BE49-F238E27FC236}">
                <a16:creationId xmlns:a16="http://schemas.microsoft.com/office/drawing/2014/main" id="{F96C3F1A-1924-48DB-AF7B-6AE6E743E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09110" y="6442710"/>
            <a:ext cx="609448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cap="none">
                <a:solidFill>
                  <a:srgbClr val="6E85A3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97155281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EEF3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0" name="Google Shape;450;g3f520f3c22e_2_361">
            <a:extLst xmlns:a="http://schemas.openxmlformats.org/drawingml/2006/main">
              <a:ext uri="{FF2B5EF4-FFF2-40B4-BE49-F238E27FC236}">
                <a16:creationId xmlns:a16="http://schemas.microsoft.com/office/drawing/2014/main" id="{D262B5C7-F695-414D-8199-6E46E2FF0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392" y="609600"/>
            <a:ext cx="414424" cy="373063"/>
          </a:xfrm>
          <a:custGeom xmlns:a="http://schemas.openxmlformats.org/drawingml/2006/main">
            <a:rect l="l" t="t" r="r" b="b"/>
            <a:pathLst>
              <a:path w="829056" h="746125">
                <a:moveTo>
                  <a:pt x="0" y="373126"/>
                </a:moveTo>
                <a:lnTo>
                  <a:pt x="186563" y="0"/>
                </a:lnTo>
                <a:lnTo>
                  <a:pt x="642493" y="0"/>
                </a:lnTo>
                <a:lnTo>
                  <a:pt x="829056" y="373126"/>
                </a:lnTo>
                <a:lnTo>
                  <a:pt x="642493" y="746125"/>
                </a:lnTo>
                <a:lnTo>
                  <a:pt x="186563" y="746125"/>
                </a:lnTo>
                <a:close/>
              </a:path>
            </a:pathLst>
          </a:custGeom>
          <a:solidFill xmlns:a="http://schemas.openxmlformats.org/drawingml/2006/main">
            <a:srgbClr val="38BDF8"/>
          </a:solidFill>
          <a:ln xmlns:a="http://schemas.openxmlformats.org/drawingml/2006/main">
            <a:noFill/>
          </a:ln>
        </p:spPr>
      </p:sp>
      <p:sp>
        <p:nvSpPr>
          <p:cNvPr id="452" name="Google Shape;452;g3f520f3c22e_2_361">
            <a:extLst xmlns:a="http://schemas.openxmlformats.org/drawingml/2006/main">
              <a:ext uri="{FF2B5EF4-FFF2-40B4-BE49-F238E27FC236}">
                <a16:creationId xmlns:a16="http://schemas.microsoft.com/office/drawing/2014/main" id="{41C16A3F-94CF-4085-AD1A-4A7CAAA24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43273" y="573024"/>
            <a:ext cx="9263601" cy="316992"/>
          </a:xfrm>
          <a:custGeom xmlns:a="http://schemas.openxmlformats.org/drawingml/2006/main">
            <a:rect l="l" t="t" r="r" b="b"/>
            <a:pathLst>
              <a:path w="18531839" h="633984">
                <a:moveTo>
                  <a:pt x="0" y="0"/>
                </a:moveTo>
                <a:lnTo>
                  <a:pt x="18531839" y="0"/>
                </a:lnTo>
                <a:lnTo>
                  <a:pt x="18531839" y="633984"/>
                </a:lnTo>
                <a:lnTo>
                  <a:pt x="0" y="633984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13ab330efddd4e75">
              <a:alphaModFix amt="0"/>
            </a:blip>
            <a:stretch>
              <a:fillRect l="0" t="-519606" r="0" b="-519606"/>
            </a:stretch>
          </a:blipFill>
          <a:ln xmlns:a="http://schemas.openxmlformats.org/drawingml/2006/main">
            <a:noFill/>
          </a:ln>
        </p:spPr>
      </p:sp>
      <p:sp>
        <p:nvSpPr>
          <p:cNvPr id="453" name="Google Shape;453;g3f520f3c22e_2_361">
            <a:extLst xmlns:a="http://schemas.openxmlformats.org/drawingml/2006/main">
              <a:ext uri="{FF2B5EF4-FFF2-40B4-BE49-F238E27FC236}">
                <a16:creationId xmlns:a16="http://schemas.microsoft.com/office/drawing/2014/main" id="{BACB8CEA-C1B8-4671-A758-6A11FB754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43273" y="549212"/>
            <a:ext cx="9263602" cy="3408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 u="none" cap="none">
                <a:solidFill>
                  <a:srgbClr val="4A6FA5"/>
                </a:solidFill>
                <a:latin typeface="Calibri"/>
                <a:ea typeface="Calibri"/>
                <a:cs typeface="Calibri"/>
              </a:rPr>
              <a:t>ROTEIRO</a:t>
            </a:r>
          </a:p>
        </p:txBody>
      </p:sp>
      <p:sp>
        <p:nvSpPr>
          <p:cNvPr id="455" name="Google Shape;455;g3f520f3c22e_2_361">
            <a:extLst xmlns:a="http://schemas.openxmlformats.org/drawingml/2006/main">
              <a:ext uri="{FF2B5EF4-FFF2-40B4-BE49-F238E27FC236}">
                <a16:creationId xmlns:a16="http://schemas.microsoft.com/office/drawing/2014/main" id="{24C62E78-97E3-452E-AD2E-80BFAA4F4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0392" y="950975"/>
            <a:ext cx="10482496" cy="731520"/>
          </a:xfrm>
          <a:custGeom xmlns:a="http://schemas.openxmlformats.org/drawingml/2006/main">
            <a:rect l="l" t="t" r="r" b="b"/>
            <a:pathLst>
              <a:path w="20970239" h="1463040">
                <a:moveTo>
                  <a:pt x="0" y="0"/>
                </a:moveTo>
                <a:lnTo>
                  <a:pt x="20970239" y="0"/>
                </a:lnTo>
                <a:lnTo>
                  <a:pt x="20970239" y="1463040"/>
                </a:lnTo>
                <a:lnTo>
                  <a:pt x="0" y="1463040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13ab330efddd4e75">
              <a:alphaModFix amt="0"/>
            </a:blip>
            <a:stretch>
              <a:fillRect l="0" t="-229298" r="0" b="-229298"/>
            </a:stretch>
          </a:blipFill>
          <a:ln xmlns:a="http://schemas.openxmlformats.org/drawingml/2006/main">
            <a:noFill/>
          </a:ln>
        </p:spPr>
      </p:sp>
      <p:sp>
        <p:nvSpPr>
          <p:cNvPr id="456" name="Google Shape;456;g3f520f3c22e_2_361">
            <a:extLst xmlns:a="http://schemas.openxmlformats.org/drawingml/2006/main">
              <a:ext uri="{FF2B5EF4-FFF2-40B4-BE49-F238E27FC236}">
                <a16:creationId xmlns:a16="http://schemas.microsoft.com/office/drawing/2014/main" id="{5EB51B19-CBB9-4754-B06F-127B6A8B6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0392" y="879538"/>
            <a:ext cx="10482497" cy="8029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400" b="1" i="0" u="none" cap="none">
                <a:solidFill>
                  <a:srgbClr val="0F2C4C"/>
                </a:solidFill>
                <a:latin typeface="Calibri"/>
                <a:ea typeface="Calibri"/>
                <a:cs typeface="Calibri"/>
              </a:rPr>
              <a:t>Do sensor ao produto</a:t>
            </a:r>
          </a:p>
        </p:txBody>
      </p:sp>
      <p:sp>
        <p:nvSpPr>
          <p:cNvPr id="457" name="Google Shape;457;g3f520f3c22e_2_361">
            <a:extLst xmlns:a="http://schemas.openxmlformats.org/drawingml/2006/main">
              <a:ext uri="{FF2B5EF4-FFF2-40B4-BE49-F238E27FC236}">
                <a16:creationId xmlns:a16="http://schemas.microsoft.com/office/drawing/2014/main" id="{6BEEA0BD-15E7-4FEC-9495-A7186AD01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30" y="1881295"/>
            <a:ext cx="5319143" cy="2065210"/>
          </a:xfrm>
          <a:custGeom xmlns:a="http://schemas.openxmlformats.org/drawingml/2006/main">
            <a:rect l="l" t="t" r="r" b="b"/>
            <a:pathLst>
              <a:path w="10640949" h="4130421">
                <a:moveTo>
                  <a:pt x="0" y="196723"/>
                </a:moveTo>
                <a:cubicBezTo>
                  <a:pt x="0" y="88011"/>
                  <a:pt x="88011" y="0"/>
                  <a:pt x="196723" y="0"/>
                </a:cubicBezTo>
                <a:lnTo>
                  <a:pt x="10444226" y="0"/>
                </a:lnTo>
                <a:cubicBezTo>
                  <a:pt x="10552811" y="0"/>
                  <a:pt x="10640949" y="88011"/>
                  <a:pt x="10640949" y="196723"/>
                </a:cubicBezTo>
                <a:lnTo>
                  <a:pt x="10640949" y="3933698"/>
                </a:lnTo>
                <a:cubicBezTo>
                  <a:pt x="10640949" y="4042283"/>
                  <a:pt x="10552938" y="4130421"/>
                  <a:pt x="10444226" y="4130421"/>
                </a:cubicBezTo>
                <a:lnTo>
                  <a:pt x="196723" y="4130421"/>
                </a:lnTo>
                <a:cubicBezTo>
                  <a:pt x="88011" y="4130421"/>
                  <a:pt x="0" y="4042283"/>
                  <a:pt x="0" y="3933698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5400" cmpd="sng">
            <a:solidFill>
              <a:srgbClr val="D3DEE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60950" tIns="60950" rIns="60950" bIns="6095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58" name="Google Shape;458;g3f520f3c22e_2_361">
            <a:extLst xmlns:a="http://schemas.openxmlformats.org/drawingml/2006/main">
              <a:ext uri="{FF2B5EF4-FFF2-40B4-BE49-F238E27FC236}">
                <a16:creationId xmlns:a16="http://schemas.microsoft.com/office/drawing/2014/main" id="{DBC74D89-5DF4-4C3F-8DB0-275931843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116" y="2194560"/>
            <a:ext cx="755715" cy="755904"/>
          </a:xfrm>
          <a:custGeom xmlns:a="http://schemas.openxmlformats.org/drawingml/2006/main">
            <a:rect l="l" t="t" r="r" b="b"/>
            <a:pathLst>
              <a:path w="1511808" h="1511808">
                <a:moveTo>
                  <a:pt x="0" y="755904"/>
                </a:moveTo>
                <a:cubicBezTo>
                  <a:pt x="0" y="338455"/>
                  <a:pt x="338455" y="0"/>
                  <a:pt x="755904" y="0"/>
                </a:cubicBezTo>
                <a:cubicBezTo>
                  <a:pt x="1173353" y="0"/>
                  <a:pt x="1511808" y="338455"/>
                  <a:pt x="1511808" y="755904"/>
                </a:cubicBezTo>
                <a:cubicBezTo>
                  <a:pt x="1511808" y="1173353"/>
                  <a:pt x="1173353" y="1511808"/>
                  <a:pt x="755904" y="1511808"/>
                </a:cubicBezTo>
                <a:cubicBezTo>
                  <a:pt x="338455" y="1511808"/>
                  <a:pt x="0" y="1173353"/>
                  <a:pt x="0" y="755904"/>
                </a:cubicBezTo>
                <a:close/>
              </a:path>
            </a:pathLst>
          </a:custGeom>
          <a:solidFill xmlns:a="http://schemas.openxmlformats.org/drawingml/2006/main">
            <a:srgbClr val="4A6FA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0950" tIns="60950" rIns="60950" bIns="6095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59" name="Google Shape;459;g3f520f3c22e_2_361">
            <a:extLst xmlns:a="http://schemas.openxmlformats.org/drawingml/2006/main">
              <a:ext uri="{FF2B5EF4-FFF2-40B4-BE49-F238E27FC236}">
                <a16:creationId xmlns:a16="http://schemas.microsoft.com/office/drawing/2014/main" id="{934B2512-0A6F-4F47-B36D-AA1B3FA40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139" y="2389632"/>
            <a:ext cx="365668" cy="365760"/>
          </a:xfrm>
          <a:custGeom xmlns:a="http://schemas.openxmlformats.org/drawingml/2006/main">
            <a:rect l="l" t="t" r="r" b="b"/>
            <a:pathLst>
              <a:path w="731520" h="731520">
                <a:moveTo>
                  <a:pt x="0" y="0"/>
                </a:moveTo>
                <a:lnTo>
                  <a:pt x="731520" y="0"/>
                </a:lnTo>
                <a:lnTo>
                  <a:pt x="731520" y="731520"/>
                </a:lnTo>
                <a:lnTo>
                  <a:pt x="0" y="73152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7955dbb8d58f4ea1">
              <a:alphaModFix/>
            </a:blip>
            <a:stretch>
              <a:fillRect l="0" t="0" r="0" b="0"/>
            </a:stretch>
          </a:blipFill>
          <a:ln xmlns:a="http://schemas.openxmlformats.org/drawingml/2006/main">
            <a:noFill/>
          </a:ln>
        </p:spPr>
      </p:sp>
      <p:sp>
        <p:nvSpPr>
          <p:cNvPr id="461" name="Google Shape;461;g3f520f3c22e_2_361">
            <a:extLst xmlns:a="http://schemas.openxmlformats.org/drawingml/2006/main">
              <a:ext uri="{FF2B5EF4-FFF2-40B4-BE49-F238E27FC236}">
                <a16:creationId xmlns:a16="http://schemas.microsoft.com/office/drawing/2014/main" id="{78A229A7-B138-4894-89FB-4A5634D4A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50232" y="2194560"/>
            <a:ext cx="3717630" cy="426720"/>
          </a:xfrm>
          <a:custGeom xmlns:a="http://schemas.openxmlformats.org/drawingml/2006/main">
            <a:rect l="l" t="t" r="r" b="b"/>
            <a:pathLst>
              <a:path w="7437120" h="853440">
                <a:moveTo>
                  <a:pt x="0" y="0"/>
                </a:moveTo>
                <a:lnTo>
                  <a:pt x="7437120" y="0"/>
                </a:lnTo>
                <a:lnTo>
                  <a:pt x="7437120" y="853440"/>
                </a:lnTo>
                <a:lnTo>
                  <a:pt x="0" y="853440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13ab330efddd4e75">
              <a:alphaModFix amt="0"/>
            </a:blip>
            <a:stretch>
              <a:fillRect l="0" t="-119802" r="0" b="-119802"/>
            </a:stretch>
          </a:blipFill>
          <a:ln xmlns:a="http://schemas.openxmlformats.org/drawingml/2006/main">
            <a:noFill/>
          </a:ln>
        </p:spPr>
      </p:sp>
      <p:sp>
        <p:nvSpPr>
          <p:cNvPr id="462" name="Google Shape;462;g3f520f3c22e_2_361">
            <a:extLst xmlns:a="http://schemas.openxmlformats.org/drawingml/2006/main">
              <a:ext uri="{FF2B5EF4-FFF2-40B4-BE49-F238E27FC236}">
                <a16:creationId xmlns:a16="http://schemas.microsoft.com/office/drawing/2014/main" id="{C8D58BCA-4486-4587-A61C-E0F27A5A5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50232" y="2156460"/>
            <a:ext cx="3717630" cy="464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700" b="1" i="0" u="none" cap="none">
                <a:solidFill>
                  <a:srgbClr val="0F2C4C"/>
                </a:solidFill>
                <a:latin typeface="Calibri"/>
                <a:ea typeface="Calibri"/>
                <a:cs typeface="Calibri"/>
              </a:rPr>
              <a:t>01 · Problema</a:t>
            </a:r>
          </a:p>
        </p:txBody>
      </p:sp>
      <p:sp>
        <p:nvSpPr>
          <p:cNvPr id="463" name="Google Shape;463;g3f520f3c22e_2_361">
            <a:extLst xmlns:a="http://schemas.openxmlformats.org/drawingml/2006/main">
              <a:ext uri="{FF2B5EF4-FFF2-40B4-BE49-F238E27FC236}">
                <a16:creationId xmlns:a16="http://schemas.microsoft.com/office/drawing/2014/main" id="{1BE0E9A5-4E42-4B96-949F-70E1EDE27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0232" y="2638298"/>
            <a:ext cx="3717630" cy="1129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0" u="none" cap="none">
                <a:solidFill>
                  <a:srgbClr val="7E8FA6"/>
                </a:solidFill>
                <a:latin typeface="Calibri"/>
                <a:ea typeface="Calibri"/>
                <a:cs typeface="Calibri"/>
              </a:rPr>
              <a:t>O que medir e por que uma cadeia confiável é necessária.</a:t>
            </a:r>
          </a:p>
        </p:txBody>
      </p:sp>
      <p:sp>
        <p:nvSpPr>
          <p:cNvPr id="464" name="Google Shape;464;g3f520f3c22e_2_361">
            <a:extLst xmlns:a="http://schemas.openxmlformats.org/drawingml/2006/main">
              <a:ext uri="{FF2B5EF4-FFF2-40B4-BE49-F238E27FC236}">
                <a16:creationId xmlns:a16="http://schemas.microsoft.com/office/drawing/2014/main" id="{4A444479-38B5-4E9C-B41C-4E74EB725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7902" y="1881295"/>
            <a:ext cx="5319143" cy="2065210"/>
          </a:xfrm>
          <a:custGeom xmlns:a="http://schemas.openxmlformats.org/drawingml/2006/main">
            <a:rect l="l" t="t" r="r" b="b"/>
            <a:pathLst>
              <a:path w="10640949" h="4130421">
                <a:moveTo>
                  <a:pt x="0" y="196723"/>
                </a:moveTo>
                <a:cubicBezTo>
                  <a:pt x="0" y="88011"/>
                  <a:pt x="88011" y="0"/>
                  <a:pt x="196723" y="0"/>
                </a:cubicBezTo>
                <a:lnTo>
                  <a:pt x="10444226" y="0"/>
                </a:lnTo>
                <a:cubicBezTo>
                  <a:pt x="10552811" y="0"/>
                  <a:pt x="10640949" y="88011"/>
                  <a:pt x="10640949" y="196723"/>
                </a:cubicBezTo>
                <a:lnTo>
                  <a:pt x="10640949" y="3933698"/>
                </a:lnTo>
                <a:cubicBezTo>
                  <a:pt x="10640949" y="4042283"/>
                  <a:pt x="10552938" y="4130421"/>
                  <a:pt x="10444226" y="4130421"/>
                </a:cubicBezTo>
                <a:lnTo>
                  <a:pt x="196723" y="4130421"/>
                </a:lnTo>
                <a:cubicBezTo>
                  <a:pt x="88011" y="4130421"/>
                  <a:pt x="0" y="4042283"/>
                  <a:pt x="0" y="3933698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5400" cmpd="sng">
            <a:solidFill>
              <a:srgbClr val="D3DEE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60950" tIns="60950" rIns="60950" bIns="6095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65" name="Google Shape;465;g3f520f3c22e_2_361">
            <a:extLst xmlns:a="http://schemas.openxmlformats.org/drawingml/2006/main">
              <a:ext uri="{FF2B5EF4-FFF2-40B4-BE49-F238E27FC236}">
                <a16:creationId xmlns:a16="http://schemas.microsoft.com/office/drawing/2014/main" id="{1873C53D-A57B-4667-9488-410B45505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1088" y="2194560"/>
            <a:ext cx="755715" cy="755904"/>
          </a:xfrm>
          <a:custGeom xmlns:a="http://schemas.openxmlformats.org/drawingml/2006/main">
            <a:rect l="l" t="t" r="r" b="b"/>
            <a:pathLst>
              <a:path w="1511808" h="1511808">
                <a:moveTo>
                  <a:pt x="0" y="755904"/>
                </a:moveTo>
                <a:cubicBezTo>
                  <a:pt x="0" y="338455"/>
                  <a:pt x="338455" y="0"/>
                  <a:pt x="755904" y="0"/>
                </a:cubicBezTo>
                <a:cubicBezTo>
                  <a:pt x="1173353" y="0"/>
                  <a:pt x="1511808" y="338455"/>
                  <a:pt x="1511808" y="755904"/>
                </a:cubicBezTo>
                <a:cubicBezTo>
                  <a:pt x="1511808" y="1173353"/>
                  <a:pt x="1173353" y="1511808"/>
                  <a:pt x="755904" y="1511808"/>
                </a:cubicBezTo>
                <a:cubicBezTo>
                  <a:pt x="338455" y="1511808"/>
                  <a:pt x="0" y="1173353"/>
                  <a:pt x="0" y="755904"/>
                </a:cubicBezTo>
                <a:close/>
              </a:path>
            </a:pathLst>
          </a:custGeom>
          <a:solidFill xmlns:a="http://schemas.openxmlformats.org/drawingml/2006/main">
            <a:srgbClr val="4A6FA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0950" tIns="60950" rIns="60950" bIns="6095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66" name="Google Shape;466;g3f520f3c22e_2_361">
            <a:extLst xmlns:a="http://schemas.openxmlformats.org/drawingml/2006/main">
              <a:ext uri="{FF2B5EF4-FFF2-40B4-BE49-F238E27FC236}">
                <a16:creationId xmlns:a16="http://schemas.microsoft.com/office/drawing/2014/main" id="{06CC1A97-0156-492B-89E1-A9AD7E5AF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6111" y="2389632"/>
            <a:ext cx="365668" cy="365760"/>
          </a:xfrm>
          <a:custGeom xmlns:a="http://schemas.openxmlformats.org/drawingml/2006/main">
            <a:rect l="l" t="t" r="r" b="b"/>
            <a:pathLst>
              <a:path w="731520" h="731520">
                <a:moveTo>
                  <a:pt x="0" y="0"/>
                </a:moveTo>
                <a:lnTo>
                  <a:pt x="731520" y="0"/>
                </a:lnTo>
                <a:lnTo>
                  <a:pt x="731520" y="731520"/>
                </a:lnTo>
                <a:lnTo>
                  <a:pt x="0" y="73152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a42c4c7ed270411e">
              <a:alphaModFix/>
            </a:blip>
            <a:stretch>
              <a:fillRect l="0" t="0" r="0" b="0"/>
            </a:stretch>
          </a:blipFill>
          <a:ln xmlns:a="http://schemas.openxmlformats.org/drawingml/2006/main">
            <a:noFill/>
          </a:ln>
        </p:spPr>
      </p:sp>
      <p:sp>
        <p:nvSpPr>
          <p:cNvPr id="468" name="Google Shape;468;g3f520f3c22e_2_361">
            <a:extLst xmlns:a="http://schemas.openxmlformats.org/drawingml/2006/main">
              <a:ext uri="{FF2B5EF4-FFF2-40B4-BE49-F238E27FC236}">
                <a16:creationId xmlns:a16="http://schemas.microsoft.com/office/drawing/2014/main" id="{782E65C6-589A-4A35-93C4-EDA5EF4E3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96204" y="2194560"/>
            <a:ext cx="3717630" cy="426720"/>
          </a:xfrm>
          <a:custGeom xmlns:a="http://schemas.openxmlformats.org/drawingml/2006/main">
            <a:rect l="l" t="t" r="r" b="b"/>
            <a:pathLst>
              <a:path w="7437120" h="853440">
                <a:moveTo>
                  <a:pt x="0" y="0"/>
                </a:moveTo>
                <a:lnTo>
                  <a:pt x="7437120" y="0"/>
                </a:lnTo>
                <a:lnTo>
                  <a:pt x="7437120" y="853440"/>
                </a:lnTo>
                <a:lnTo>
                  <a:pt x="0" y="853440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13ab330efddd4e75">
              <a:alphaModFix amt="0"/>
            </a:blip>
            <a:stretch>
              <a:fillRect l="0" t="-119802" r="0" b="-119802"/>
            </a:stretch>
          </a:blipFill>
          <a:ln xmlns:a="http://schemas.openxmlformats.org/drawingml/2006/main">
            <a:noFill/>
          </a:ln>
        </p:spPr>
      </p:sp>
      <p:sp>
        <p:nvSpPr>
          <p:cNvPr id="469" name="Google Shape;469;g3f520f3c22e_2_361">
            <a:extLst xmlns:a="http://schemas.openxmlformats.org/drawingml/2006/main">
              <a:ext uri="{FF2B5EF4-FFF2-40B4-BE49-F238E27FC236}">
                <a16:creationId xmlns:a16="http://schemas.microsoft.com/office/drawing/2014/main" id="{77C85D63-C39E-4646-BF66-B88A6808C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96204" y="2156460"/>
            <a:ext cx="3717630" cy="464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700" b="1" i="0" u="none" cap="none">
                <a:solidFill>
                  <a:srgbClr val="0F2C4C"/>
                </a:solidFill>
                <a:latin typeface="Calibri"/>
                <a:ea typeface="Calibri"/>
                <a:cs typeface="Calibri"/>
              </a:rPr>
              <a:t>02 · Arquitetura</a:t>
            </a:r>
          </a:p>
        </p:txBody>
      </p:sp>
      <p:sp>
        <p:nvSpPr>
          <p:cNvPr id="470" name="Google Shape;470;g3f520f3c22e_2_361">
            <a:extLst xmlns:a="http://schemas.openxmlformats.org/drawingml/2006/main">
              <a:ext uri="{FF2B5EF4-FFF2-40B4-BE49-F238E27FC236}">
                <a16:creationId xmlns:a16="http://schemas.microsoft.com/office/drawing/2014/main" id="{8DCF506A-E280-43BF-AE1E-F31826936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204" y="2638298"/>
            <a:ext cx="3717630" cy="1129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0" u="none" cap="none">
                <a:solidFill>
                  <a:srgbClr val="7E8FA6"/>
                </a:solidFill>
                <a:latin typeface="Calibri"/>
                <a:ea typeface="Calibri"/>
                <a:cs typeface="Calibri"/>
              </a:rPr>
              <a:t>ESP32, contrato, MQTT, backend, Web, mobile e AWS.</a:t>
            </a:r>
          </a:p>
        </p:txBody>
      </p:sp>
      <p:sp>
        <p:nvSpPr>
          <p:cNvPr id="471" name="Google Shape;471;g3f520f3c22e_2_361">
            <a:extLst xmlns:a="http://schemas.openxmlformats.org/drawingml/2006/main">
              <a:ext uri="{FF2B5EF4-FFF2-40B4-BE49-F238E27FC236}">
                <a16:creationId xmlns:a16="http://schemas.microsoft.com/office/drawing/2014/main" id="{2759325C-1F72-4F2A-8819-E3D1BF55E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30" y="4173391"/>
            <a:ext cx="5319143" cy="2065210"/>
          </a:xfrm>
          <a:custGeom xmlns:a="http://schemas.openxmlformats.org/drawingml/2006/main">
            <a:rect l="l" t="t" r="r" b="b"/>
            <a:pathLst>
              <a:path w="10640949" h="4130421">
                <a:moveTo>
                  <a:pt x="0" y="196723"/>
                </a:moveTo>
                <a:cubicBezTo>
                  <a:pt x="0" y="88011"/>
                  <a:pt x="88011" y="0"/>
                  <a:pt x="196723" y="0"/>
                </a:cubicBezTo>
                <a:lnTo>
                  <a:pt x="10444226" y="0"/>
                </a:lnTo>
                <a:cubicBezTo>
                  <a:pt x="10552811" y="0"/>
                  <a:pt x="10640949" y="88011"/>
                  <a:pt x="10640949" y="196723"/>
                </a:cubicBezTo>
                <a:lnTo>
                  <a:pt x="10640949" y="3933698"/>
                </a:lnTo>
                <a:cubicBezTo>
                  <a:pt x="10640949" y="4042283"/>
                  <a:pt x="10552938" y="4130421"/>
                  <a:pt x="10444226" y="4130421"/>
                </a:cubicBezTo>
                <a:lnTo>
                  <a:pt x="196723" y="4130421"/>
                </a:lnTo>
                <a:cubicBezTo>
                  <a:pt x="88011" y="4130421"/>
                  <a:pt x="0" y="4042283"/>
                  <a:pt x="0" y="3933698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5400" cmpd="sng">
            <a:solidFill>
              <a:srgbClr val="D3DEE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60950" tIns="60950" rIns="60950" bIns="6095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72" name="Google Shape;472;g3f520f3c22e_2_361">
            <a:extLst xmlns:a="http://schemas.openxmlformats.org/drawingml/2006/main">
              <a:ext uri="{FF2B5EF4-FFF2-40B4-BE49-F238E27FC236}">
                <a16:creationId xmlns:a16="http://schemas.microsoft.com/office/drawing/2014/main" id="{F6942D3C-8C46-43DE-8297-0FD02F2B0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116" y="4486656"/>
            <a:ext cx="755715" cy="755904"/>
          </a:xfrm>
          <a:custGeom xmlns:a="http://schemas.openxmlformats.org/drawingml/2006/main">
            <a:rect l="l" t="t" r="r" b="b"/>
            <a:pathLst>
              <a:path w="1511808" h="1511808">
                <a:moveTo>
                  <a:pt x="0" y="755904"/>
                </a:moveTo>
                <a:cubicBezTo>
                  <a:pt x="0" y="338455"/>
                  <a:pt x="338455" y="0"/>
                  <a:pt x="755904" y="0"/>
                </a:cubicBezTo>
                <a:cubicBezTo>
                  <a:pt x="1173353" y="0"/>
                  <a:pt x="1511808" y="338455"/>
                  <a:pt x="1511808" y="755904"/>
                </a:cubicBezTo>
                <a:cubicBezTo>
                  <a:pt x="1511808" y="1173353"/>
                  <a:pt x="1173353" y="1511808"/>
                  <a:pt x="755904" y="1511808"/>
                </a:cubicBezTo>
                <a:cubicBezTo>
                  <a:pt x="338455" y="1511808"/>
                  <a:pt x="0" y="1173353"/>
                  <a:pt x="0" y="755904"/>
                </a:cubicBezTo>
                <a:close/>
              </a:path>
            </a:pathLst>
          </a:custGeom>
          <a:solidFill xmlns:a="http://schemas.openxmlformats.org/drawingml/2006/main">
            <a:srgbClr val="4A6FA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0950" tIns="60950" rIns="60950" bIns="6095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73" name="Google Shape;473;g3f520f3c22e_2_361">
            <a:extLst xmlns:a="http://schemas.openxmlformats.org/drawingml/2006/main">
              <a:ext uri="{FF2B5EF4-FFF2-40B4-BE49-F238E27FC236}">
                <a16:creationId xmlns:a16="http://schemas.microsoft.com/office/drawing/2014/main" id="{C89C19D7-EA70-42F2-966E-A3EDB2382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139" y="4681728"/>
            <a:ext cx="365668" cy="365760"/>
          </a:xfrm>
          <a:custGeom xmlns:a="http://schemas.openxmlformats.org/drawingml/2006/main">
            <a:rect l="l" t="t" r="r" b="b"/>
            <a:pathLst>
              <a:path w="731520" h="731520">
                <a:moveTo>
                  <a:pt x="0" y="0"/>
                </a:moveTo>
                <a:lnTo>
                  <a:pt x="731520" y="0"/>
                </a:lnTo>
                <a:lnTo>
                  <a:pt x="731520" y="731520"/>
                </a:lnTo>
                <a:lnTo>
                  <a:pt x="0" y="73152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b207539c1be14d4d">
              <a:alphaModFix/>
            </a:blip>
            <a:stretch>
              <a:fillRect l="0" t="0" r="0" b="0"/>
            </a:stretch>
          </a:blipFill>
          <a:ln xmlns:a="http://schemas.openxmlformats.org/drawingml/2006/main">
            <a:noFill/>
          </a:ln>
        </p:spPr>
      </p:sp>
      <p:sp>
        <p:nvSpPr>
          <p:cNvPr id="475" name="Google Shape;475;g3f520f3c22e_2_361">
            <a:extLst xmlns:a="http://schemas.openxmlformats.org/drawingml/2006/main">
              <a:ext uri="{FF2B5EF4-FFF2-40B4-BE49-F238E27FC236}">
                <a16:creationId xmlns:a16="http://schemas.microsoft.com/office/drawing/2014/main" id="{E4C35EF2-8F77-43E5-82AE-C2D961FF7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50232" y="4486656"/>
            <a:ext cx="3717630" cy="426720"/>
          </a:xfrm>
          <a:custGeom xmlns:a="http://schemas.openxmlformats.org/drawingml/2006/main">
            <a:rect l="l" t="t" r="r" b="b"/>
            <a:pathLst>
              <a:path w="7437120" h="853440">
                <a:moveTo>
                  <a:pt x="0" y="0"/>
                </a:moveTo>
                <a:lnTo>
                  <a:pt x="7437120" y="0"/>
                </a:lnTo>
                <a:lnTo>
                  <a:pt x="7437120" y="853440"/>
                </a:lnTo>
                <a:lnTo>
                  <a:pt x="0" y="853440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13ab330efddd4e75">
              <a:alphaModFix amt="0"/>
            </a:blip>
            <a:stretch>
              <a:fillRect l="0" t="-119802" r="0" b="-119802"/>
            </a:stretch>
          </a:blipFill>
          <a:ln xmlns:a="http://schemas.openxmlformats.org/drawingml/2006/main">
            <a:noFill/>
          </a:ln>
        </p:spPr>
      </p:sp>
      <p:sp>
        <p:nvSpPr>
          <p:cNvPr id="476" name="Google Shape;476;g3f520f3c22e_2_361">
            <a:extLst xmlns:a="http://schemas.openxmlformats.org/drawingml/2006/main">
              <a:ext uri="{FF2B5EF4-FFF2-40B4-BE49-F238E27FC236}">
                <a16:creationId xmlns:a16="http://schemas.microsoft.com/office/drawing/2014/main" id="{308F0A47-0A26-4E09-9905-BC93FA207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50232" y="4448556"/>
            <a:ext cx="3717630" cy="464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700" b="1" i="0" u="none" cap="none">
                <a:solidFill>
                  <a:srgbClr val="0F2C4C"/>
                </a:solidFill>
                <a:latin typeface="Calibri"/>
                <a:ea typeface="Calibri"/>
                <a:cs typeface="Calibri"/>
              </a:rPr>
              <a:t>03 · Implementação</a:t>
            </a:r>
          </a:p>
        </p:txBody>
      </p:sp>
      <p:sp>
        <p:nvSpPr>
          <p:cNvPr id="477" name="Google Shape;477;g3f520f3c22e_2_361">
            <a:extLst xmlns:a="http://schemas.openxmlformats.org/drawingml/2006/main">
              <a:ext uri="{FF2B5EF4-FFF2-40B4-BE49-F238E27FC236}">
                <a16:creationId xmlns:a16="http://schemas.microsoft.com/office/drawing/2014/main" id="{DBD65351-1C1A-4B74-AC7D-B006A0D45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0232" y="4930394"/>
            <a:ext cx="3717630" cy="1129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0" u="none" cap="none">
                <a:solidFill>
                  <a:srgbClr val="7E8FA6"/>
                </a:solidFill>
                <a:latin typeface="Calibri"/>
                <a:ea typeface="Calibri"/>
                <a:cs typeface="Calibri"/>
              </a:rPr>
              <a:t>Hardware, firmware, interfaces e infraestrutura reproduzível.</a:t>
            </a:r>
          </a:p>
        </p:txBody>
      </p:sp>
      <p:sp>
        <p:nvSpPr>
          <p:cNvPr id="478" name="Google Shape;478;g3f520f3c22e_2_361">
            <a:extLst xmlns:a="http://schemas.openxmlformats.org/drawingml/2006/main">
              <a:ext uri="{FF2B5EF4-FFF2-40B4-BE49-F238E27FC236}">
                <a16:creationId xmlns:a16="http://schemas.microsoft.com/office/drawing/2014/main" id="{65EAC3A1-4047-440B-80B5-CF6F66771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7902" y="4173391"/>
            <a:ext cx="5319143" cy="2065210"/>
          </a:xfrm>
          <a:custGeom xmlns:a="http://schemas.openxmlformats.org/drawingml/2006/main">
            <a:rect l="l" t="t" r="r" b="b"/>
            <a:pathLst>
              <a:path w="10640949" h="4130421">
                <a:moveTo>
                  <a:pt x="0" y="196723"/>
                </a:moveTo>
                <a:cubicBezTo>
                  <a:pt x="0" y="88011"/>
                  <a:pt x="88011" y="0"/>
                  <a:pt x="196723" y="0"/>
                </a:cubicBezTo>
                <a:lnTo>
                  <a:pt x="10444226" y="0"/>
                </a:lnTo>
                <a:cubicBezTo>
                  <a:pt x="10552811" y="0"/>
                  <a:pt x="10640949" y="88011"/>
                  <a:pt x="10640949" y="196723"/>
                </a:cubicBezTo>
                <a:lnTo>
                  <a:pt x="10640949" y="3933698"/>
                </a:lnTo>
                <a:cubicBezTo>
                  <a:pt x="10640949" y="4042283"/>
                  <a:pt x="10552938" y="4130421"/>
                  <a:pt x="10444226" y="4130421"/>
                </a:cubicBezTo>
                <a:lnTo>
                  <a:pt x="196723" y="4130421"/>
                </a:lnTo>
                <a:cubicBezTo>
                  <a:pt x="88011" y="4130421"/>
                  <a:pt x="0" y="4042283"/>
                  <a:pt x="0" y="3933698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5400" cmpd="sng">
            <a:solidFill>
              <a:srgbClr val="D3DEE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60950" tIns="60950" rIns="60950" bIns="6095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79" name="Google Shape;479;g3f520f3c22e_2_361">
            <a:extLst xmlns:a="http://schemas.openxmlformats.org/drawingml/2006/main">
              <a:ext uri="{FF2B5EF4-FFF2-40B4-BE49-F238E27FC236}">
                <a16:creationId xmlns:a16="http://schemas.microsoft.com/office/drawing/2014/main" id="{F8435F96-A94C-46B6-9A92-93BD1EA4C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1088" y="4486656"/>
            <a:ext cx="755715" cy="755904"/>
          </a:xfrm>
          <a:custGeom xmlns:a="http://schemas.openxmlformats.org/drawingml/2006/main">
            <a:rect l="l" t="t" r="r" b="b"/>
            <a:pathLst>
              <a:path w="1511808" h="1511808">
                <a:moveTo>
                  <a:pt x="0" y="755904"/>
                </a:moveTo>
                <a:cubicBezTo>
                  <a:pt x="0" y="338455"/>
                  <a:pt x="338455" y="0"/>
                  <a:pt x="755904" y="0"/>
                </a:cubicBezTo>
                <a:cubicBezTo>
                  <a:pt x="1173353" y="0"/>
                  <a:pt x="1511808" y="338455"/>
                  <a:pt x="1511808" y="755904"/>
                </a:cubicBezTo>
                <a:cubicBezTo>
                  <a:pt x="1511808" y="1173353"/>
                  <a:pt x="1173353" y="1511808"/>
                  <a:pt x="755904" y="1511808"/>
                </a:cubicBezTo>
                <a:cubicBezTo>
                  <a:pt x="338455" y="1511808"/>
                  <a:pt x="0" y="1173353"/>
                  <a:pt x="0" y="755904"/>
                </a:cubicBezTo>
                <a:close/>
              </a:path>
            </a:pathLst>
          </a:custGeom>
          <a:solidFill xmlns:a="http://schemas.openxmlformats.org/drawingml/2006/main">
            <a:srgbClr val="4A6FA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0950" tIns="60950" rIns="60950" bIns="6095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80" name="Google Shape;480;g3f520f3c22e_2_361">
            <a:extLst xmlns:a="http://schemas.openxmlformats.org/drawingml/2006/main">
              <a:ext uri="{FF2B5EF4-FFF2-40B4-BE49-F238E27FC236}">
                <a16:creationId xmlns:a16="http://schemas.microsoft.com/office/drawing/2014/main" id="{00E8EC97-16B0-4F84-AC1E-1F0CFFCB8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6111" y="4681728"/>
            <a:ext cx="365668" cy="365760"/>
          </a:xfrm>
          <a:custGeom xmlns:a="http://schemas.openxmlformats.org/drawingml/2006/main">
            <a:rect l="l" t="t" r="r" b="b"/>
            <a:pathLst>
              <a:path w="731520" h="731520">
                <a:moveTo>
                  <a:pt x="0" y="0"/>
                </a:moveTo>
                <a:lnTo>
                  <a:pt x="731520" y="0"/>
                </a:lnTo>
                <a:lnTo>
                  <a:pt x="731520" y="731520"/>
                </a:lnTo>
                <a:lnTo>
                  <a:pt x="0" y="73152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cc53558219b0482b">
              <a:alphaModFix/>
            </a:blip>
            <a:stretch>
              <a:fillRect l="0" t="0" r="0" b="0"/>
            </a:stretch>
          </a:blipFill>
          <a:ln xmlns:a="http://schemas.openxmlformats.org/drawingml/2006/main">
            <a:noFill/>
          </a:ln>
        </p:spPr>
      </p:sp>
      <p:sp>
        <p:nvSpPr>
          <p:cNvPr id="482" name="Google Shape;482;g3f520f3c22e_2_361">
            <a:extLst xmlns:a="http://schemas.openxmlformats.org/drawingml/2006/main">
              <a:ext uri="{FF2B5EF4-FFF2-40B4-BE49-F238E27FC236}">
                <a16:creationId xmlns:a16="http://schemas.microsoft.com/office/drawing/2014/main" id="{0513CC8E-6F83-485A-BD56-8006CD2F6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96204" y="4486656"/>
            <a:ext cx="3717630" cy="426720"/>
          </a:xfrm>
          <a:custGeom xmlns:a="http://schemas.openxmlformats.org/drawingml/2006/main">
            <a:rect l="l" t="t" r="r" b="b"/>
            <a:pathLst>
              <a:path w="7437120" h="853440">
                <a:moveTo>
                  <a:pt x="0" y="0"/>
                </a:moveTo>
                <a:lnTo>
                  <a:pt x="7437120" y="0"/>
                </a:lnTo>
                <a:lnTo>
                  <a:pt x="7437120" y="853440"/>
                </a:lnTo>
                <a:lnTo>
                  <a:pt x="0" y="853440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13ab330efddd4e75">
              <a:alphaModFix amt="0"/>
            </a:blip>
            <a:stretch>
              <a:fillRect l="0" t="-119802" r="0" b="-119802"/>
            </a:stretch>
          </a:blipFill>
          <a:ln xmlns:a="http://schemas.openxmlformats.org/drawingml/2006/main">
            <a:noFill/>
          </a:ln>
        </p:spPr>
      </p:sp>
      <p:sp>
        <p:nvSpPr>
          <p:cNvPr id="483" name="Google Shape;483;g3f520f3c22e_2_361">
            <a:extLst xmlns:a="http://schemas.openxmlformats.org/drawingml/2006/main">
              <a:ext uri="{FF2B5EF4-FFF2-40B4-BE49-F238E27FC236}">
                <a16:creationId xmlns:a16="http://schemas.microsoft.com/office/drawing/2014/main" id="{80CEADA9-0871-4DD7-BD01-6992A6849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96204" y="4448556"/>
            <a:ext cx="3717630" cy="464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700" b="1" i="0" u="none" cap="none">
                <a:solidFill>
                  <a:srgbClr val="0F2C4C"/>
                </a:solidFill>
                <a:latin typeface="Calibri"/>
                <a:ea typeface="Calibri"/>
                <a:cs typeface="Calibri"/>
              </a:rPr>
              <a:t>04 · Evidências</a:t>
            </a:r>
          </a:p>
        </p:txBody>
      </p:sp>
      <p:sp>
        <p:nvSpPr>
          <p:cNvPr id="484" name="Google Shape;484;g3f520f3c22e_2_361">
            <a:extLst xmlns:a="http://schemas.openxmlformats.org/drawingml/2006/main">
              <a:ext uri="{FF2B5EF4-FFF2-40B4-BE49-F238E27FC236}">
                <a16:creationId xmlns:a16="http://schemas.microsoft.com/office/drawing/2014/main" id="{E58AB9B0-E1E7-48C7-8347-1DEF5FFE5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204" y="4930394"/>
            <a:ext cx="3717630" cy="1129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0" u="none" cap="none">
                <a:solidFill>
                  <a:srgbClr val="7E8FA6"/>
                </a:solidFill>
                <a:latin typeface="Calibri"/>
                <a:ea typeface="Calibri"/>
                <a:cs typeface="Calibri"/>
              </a:rPr>
              <a:t>Testes, builds, limites e próximos gates do produto físico.</a:t>
            </a:r>
          </a:p>
        </p:txBody>
      </p:sp>
      <p:sp>
        <p:nvSpPr>
          <p:cNvPr id="486" name="Google Shape;486;g3f520f3c22e_2_361">
            <a:extLst xmlns:a="http://schemas.openxmlformats.org/drawingml/2006/main">
              <a:ext uri="{FF2B5EF4-FFF2-40B4-BE49-F238E27FC236}">
                <a16:creationId xmlns:a16="http://schemas.microsoft.com/office/drawing/2014/main" id="{A833629F-4D36-4442-9A1A-9E18FBD43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0392" y="6461760"/>
            <a:ext cx="6703923" cy="304800"/>
          </a:xfrm>
          <a:custGeom xmlns:a="http://schemas.openxmlformats.org/drawingml/2006/main">
            <a:rect l="l" t="t" r="r" b="b"/>
            <a:pathLst>
              <a:path w="13411200" h="609600">
                <a:moveTo>
                  <a:pt x="0" y="0"/>
                </a:moveTo>
                <a:lnTo>
                  <a:pt x="13411200" y="0"/>
                </a:lnTo>
                <a:lnTo>
                  <a:pt x="13411200" y="609600"/>
                </a:lnTo>
                <a:lnTo>
                  <a:pt x="0" y="609600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13ab330efddd4e75">
              <a:alphaModFix amt="0"/>
            </a:blip>
            <a:stretch>
              <a:fillRect l="0" t="-378669" r="0" b="-378669"/>
            </a:stretch>
          </a:blipFill>
          <a:ln xmlns:a="http://schemas.openxmlformats.org/drawingml/2006/main">
            <a:noFill/>
          </a:ln>
        </p:spPr>
      </p:sp>
      <p:sp>
        <p:nvSpPr>
          <p:cNvPr id="487" name="Google Shape;487;g3f520f3c22e_2_361">
            <a:extLst xmlns:a="http://schemas.openxmlformats.org/drawingml/2006/main">
              <a:ext uri="{FF2B5EF4-FFF2-40B4-BE49-F238E27FC236}">
                <a16:creationId xmlns:a16="http://schemas.microsoft.com/office/drawing/2014/main" id="{0E7F34AE-9024-425B-B8D6-22904EB7E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0392" y="6442710"/>
            <a:ext cx="6703923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cap="none">
                <a:solidFill>
                  <a:srgbClr val="7E8FA6"/>
                </a:solidFill>
                <a:latin typeface="Calibri"/>
                <a:ea typeface="Calibri"/>
                <a:cs typeface="Calibri"/>
              </a:rPr>
              <a:t>Air Sense · ESP-WROOM-32 · qualidade do ar · protótipo acadêmico</a:t>
            </a:r>
          </a:p>
        </p:txBody>
      </p:sp>
      <p:sp>
        <p:nvSpPr>
          <p:cNvPr id="489" name="Google Shape;489;g3f520f3c22e_2_361">
            <a:extLst xmlns:a="http://schemas.openxmlformats.org/drawingml/2006/main">
              <a:ext uri="{FF2B5EF4-FFF2-40B4-BE49-F238E27FC236}">
                <a16:creationId xmlns:a16="http://schemas.microsoft.com/office/drawing/2014/main" id="{2E31576B-EBB4-404C-B23A-C1559266F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09110" y="6461760"/>
            <a:ext cx="609448" cy="304800"/>
          </a:xfrm>
          <a:custGeom xmlns:a="http://schemas.openxmlformats.org/drawingml/2006/main">
            <a:rect l="l" t="t" r="r" b="b"/>
            <a:pathLst>
              <a:path w="1219200" h="609600">
                <a:moveTo>
                  <a:pt x="0" y="0"/>
                </a:moveTo>
                <a:lnTo>
                  <a:pt x="1219200" y="0"/>
                </a:lnTo>
                <a:lnTo>
                  <a:pt x="1219200" y="609600"/>
                </a:lnTo>
                <a:lnTo>
                  <a:pt x="0" y="609600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13ab330efddd4e75">
              <a:alphaModFix amt="0"/>
            </a:blip>
            <a:stretch>
              <a:fillRect l="-14150" t="0" r="-14150" b="0"/>
            </a:stretch>
          </a:blipFill>
          <a:ln xmlns:a="http://schemas.openxmlformats.org/drawingml/2006/main">
            <a:noFill/>
          </a:ln>
        </p:spPr>
      </p:sp>
      <p:sp>
        <p:nvSpPr>
          <p:cNvPr id="490" name="Google Shape;490;g3f520f3c22e_2_361">
            <a:extLst xmlns:a="http://schemas.openxmlformats.org/drawingml/2006/main">
              <a:ext uri="{FF2B5EF4-FFF2-40B4-BE49-F238E27FC236}">
                <a16:creationId xmlns:a16="http://schemas.microsoft.com/office/drawing/2014/main" id="{AD9A97D1-A599-4B01-B9B6-4FF603211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09110" y="6442710"/>
            <a:ext cx="609448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cap="none">
                <a:solidFill>
                  <a:srgbClr val="7E8FA6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67826763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EEF3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0" name="Google Shape;400;g3f520f3c22e_2_312">
            <a:extLst xmlns:a="http://schemas.openxmlformats.org/drawingml/2006/main">
              <a:ext uri="{FF2B5EF4-FFF2-40B4-BE49-F238E27FC236}">
                <a16:creationId xmlns:a16="http://schemas.microsoft.com/office/drawing/2014/main" id="{769701E9-2318-4E8C-9C0A-7FFDCF113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392" y="609600"/>
            <a:ext cx="414424" cy="373063"/>
          </a:xfrm>
          <a:custGeom xmlns:a="http://schemas.openxmlformats.org/drawingml/2006/main">
            <a:rect l="l" t="t" r="r" b="b"/>
            <a:pathLst>
              <a:path w="829056" h="746125">
                <a:moveTo>
                  <a:pt x="0" y="373126"/>
                </a:moveTo>
                <a:lnTo>
                  <a:pt x="186563" y="0"/>
                </a:lnTo>
                <a:lnTo>
                  <a:pt x="642493" y="0"/>
                </a:lnTo>
                <a:lnTo>
                  <a:pt x="829056" y="373126"/>
                </a:lnTo>
                <a:lnTo>
                  <a:pt x="642493" y="746125"/>
                </a:lnTo>
                <a:lnTo>
                  <a:pt x="186563" y="746125"/>
                </a:lnTo>
                <a:close/>
              </a:path>
            </a:pathLst>
          </a:custGeom>
          <a:solidFill xmlns:a="http://schemas.openxmlformats.org/drawingml/2006/main">
            <a:srgbClr val="38BDF8"/>
          </a:solidFill>
          <a:ln xmlns:a="http://schemas.openxmlformats.org/drawingml/2006/main">
            <a:noFill/>
          </a:ln>
        </p:spPr>
      </p:sp>
      <p:sp>
        <p:nvSpPr>
          <p:cNvPr id="402" name="Google Shape;402;g3f520f3c22e_2_312">
            <a:extLst xmlns:a="http://schemas.openxmlformats.org/drawingml/2006/main">
              <a:ext uri="{FF2B5EF4-FFF2-40B4-BE49-F238E27FC236}">
                <a16:creationId xmlns:a16="http://schemas.microsoft.com/office/drawing/2014/main" id="{0D8B5483-99A4-4890-B6DA-09B28FCF6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43273" y="573024"/>
            <a:ext cx="9263601" cy="316992"/>
          </a:xfrm>
          <a:custGeom xmlns:a="http://schemas.openxmlformats.org/drawingml/2006/main">
            <a:rect l="l" t="t" r="r" b="b"/>
            <a:pathLst>
              <a:path w="18531839" h="633984">
                <a:moveTo>
                  <a:pt x="0" y="0"/>
                </a:moveTo>
                <a:lnTo>
                  <a:pt x="18531839" y="0"/>
                </a:lnTo>
                <a:lnTo>
                  <a:pt x="18531839" y="633984"/>
                </a:lnTo>
                <a:lnTo>
                  <a:pt x="0" y="633984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e031da6614e74c4a">
              <a:alphaModFix amt="0"/>
            </a:blip>
            <a:stretch>
              <a:fillRect l="0" t="-519606" r="0" b="-519606"/>
            </a:stretch>
          </a:blipFill>
          <a:ln xmlns:a="http://schemas.openxmlformats.org/drawingml/2006/main">
            <a:noFill/>
          </a:ln>
        </p:spPr>
      </p:sp>
      <p:sp>
        <p:nvSpPr>
          <p:cNvPr id="403" name="Google Shape;403;g3f520f3c22e_2_312">
            <a:extLst xmlns:a="http://schemas.openxmlformats.org/drawingml/2006/main">
              <a:ext uri="{FF2B5EF4-FFF2-40B4-BE49-F238E27FC236}">
                <a16:creationId xmlns:a16="http://schemas.microsoft.com/office/drawing/2014/main" id="{3D9F63A7-4C6D-46F1-8E88-6DC595B9D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43273" y="549212"/>
            <a:ext cx="9263602" cy="3408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 u="none" cap="none">
                <a:solidFill>
                  <a:srgbClr val="4A6FA5"/>
                </a:solidFill>
                <a:latin typeface="Calibri"/>
                <a:ea typeface="Calibri"/>
                <a:cs typeface="Calibri"/>
              </a:rPr>
              <a:t>CONTEXTO</a:t>
            </a:r>
          </a:p>
        </p:txBody>
      </p:sp>
      <p:sp>
        <p:nvSpPr>
          <p:cNvPr id="405" name="Google Shape;405;g3f520f3c22e_2_312">
            <a:extLst xmlns:a="http://schemas.openxmlformats.org/drawingml/2006/main">
              <a:ext uri="{FF2B5EF4-FFF2-40B4-BE49-F238E27FC236}">
                <a16:creationId xmlns:a16="http://schemas.microsoft.com/office/drawing/2014/main" id="{9E28C62E-3C31-48A1-A9D1-270CC1C73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0392" y="950975"/>
            <a:ext cx="10482496" cy="731520"/>
          </a:xfrm>
          <a:custGeom xmlns:a="http://schemas.openxmlformats.org/drawingml/2006/main">
            <a:rect l="l" t="t" r="r" b="b"/>
            <a:pathLst>
              <a:path w="20970239" h="1463040">
                <a:moveTo>
                  <a:pt x="0" y="0"/>
                </a:moveTo>
                <a:lnTo>
                  <a:pt x="20970239" y="0"/>
                </a:lnTo>
                <a:lnTo>
                  <a:pt x="20970239" y="1463040"/>
                </a:lnTo>
                <a:lnTo>
                  <a:pt x="0" y="1463040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e031da6614e74c4a">
              <a:alphaModFix amt="0"/>
            </a:blip>
            <a:stretch>
              <a:fillRect l="0" t="-229298" r="0" b="-229298"/>
            </a:stretch>
          </a:blipFill>
          <a:ln xmlns:a="http://schemas.openxmlformats.org/drawingml/2006/main">
            <a:noFill/>
          </a:ln>
        </p:spPr>
      </p:sp>
      <p:sp>
        <p:nvSpPr>
          <p:cNvPr id="406" name="Google Shape;406;g3f520f3c22e_2_312">
            <a:extLst xmlns:a="http://schemas.openxmlformats.org/drawingml/2006/main">
              <a:ext uri="{FF2B5EF4-FFF2-40B4-BE49-F238E27FC236}">
                <a16:creationId xmlns:a16="http://schemas.microsoft.com/office/drawing/2014/main" id="{DEDFF082-B8F4-4B32-900E-26F39BA38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0392" y="879538"/>
            <a:ext cx="10482497" cy="8029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400" b="1" i="0" u="none" cap="none">
                <a:solidFill>
                  <a:srgbClr val="0F2C4C"/>
                </a:solidFill>
                <a:latin typeface="Calibri"/>
                <a:ea typeface="Calibri"/>
                <a:cs typeface="Calibri"/>
              </a:rPr>
              <a:t>Por que este projeto?</a:t>
            </a:r>
          </a:p>
        </p:txBody>
      </p:sp>
      <p:sp>
        <p:nvSpPr>
          <p:cNvPr id="408" name="Google Shape;408;g3f520f3c22e_2_312">
            <a:extLst xmlns:a="http://schemas.openxmlformats.org/drawingml/2006/main">
              <a:ext uri="{FF2B5EF4-FFF2-40B4-BE49-F238E27FC236}">
                <a16:creationId xmlns:a16="http://schemas.microsoft.com/office/drawing/2014/main" id="{612147D9-4912-40BF-AAA2-6A32106B7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0392" y="1828800"/>
            <a:ext cx="10848166" cy="731520"/>
          </a:xfrm>
          <a:custGeom xmlns:a="http://schemas.openxmlformats.org/drawingml/2006/main">
            <a:rect l="l" t="t" r="r" b="b"/>
            <a:pathLst>
              <a:path w="21701761" h="1463040">
                <a:moveTo>
                  <a:pt x="0" y="0"/>
                </a:moveTo>
                <a:lnTo>
                  <a:pt x="21701761" y="0"/>
                </a:lnTo>
                <a:lnTo>
                  <a:pt x="21701761" y="1463040"/>
                </a:lnTo>
                <a:lnTo>
                  <a:pt x="0" y="1463040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e031da6614e74c4a">
              <a:alphaModFix amt="0"/>
            </a:blip>
            <a:stretch>
              <a:fillRect l="0" t="-239017" r="0" b="-239017"/>
            </a:stretch>
          </a:blipFill>
          <a:ln xmlns:a="http://schemas.openxmlformats.org/drawingml/2006/main">
            <a:noFill/>
          </a:ln>
        </p:spPr>
      </p:sp>
      <p:sp>
        <p:nvSpPr>
          <p:cNvPr id="409" name="Google Shape;409;g3f520f3c22e_2_312">
            <a:extLst xmlns:a="http://schemas.openxmlformats.org/drawingml/2006/main">
              <a:ext uri="{FF2B5EF4-FFF2-40B4-BE49-F238E27FC236}">
                <a16:creationId xmlns:a16="http://schemas.microsoft.com/office/drawing/2014/main" id="{DA326FFF-57E5-412F-816F-B19E5C433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0392" y="1790700"/>
            <a:ext cx="10848165" cy="769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700" b="0" i="0" u="none" cap="none">
                <a:solidFill>
                  <a:srgbClr val="3A4C63"/>
                </a:solidFill>
                <a:latin typeface="Calibri"/>
                <a:ea typeface="Calibri"/>
                <a:cs typeface="Calibri"/>
              </a:rPr>
              <a:t>A qualidade do ar é difícil de perceber sem medição. O desafio não é apenas ler sensores: é preservar significado, origem e confiança até a tela.</a:t>
            </a:r>
          </a:p>
        </p:txBody>
      </p:sp>
      <p:sp>
        <p:nvSpPr>
          <p:cNvPr id="410" name="Google Shape;410;g3f520f3c22e_2_312">
            <a:extLst xmlns:a="http://schemas.openxmlformats.org/drawingml/2006/main">
              <a:ext uri="{FF2B5EF4-FFF2-40B4-BE49-F238E27FC236}">
                <a16:creationId xmlns:a16="http://schemas.microsoft.com/office/drawing/2014/main" id="{8C86B8DD-1FB7-433C-BDDA-068EAC07E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30" y="2856655"/>
            <a:ext cx="3551746" cy="2638234"/>
          </a:xfrm>
          <a:custGeom xmlns:a="http://schemas.openxmlformats.org/drawingml/2006/main">
            <a:rect l="l" t="t" r="r" b="b"/>
            <a:pathLst>
              <a:path w="7105269" h="5276469">
                <a:moveTo>
                  <a:pt x="0" y="196342"/>
                </a:moveTo>
                <a:cubicBezTo>
                  <a:pt x="0" y="87884"/>
                  <a:pt x="87884" y="0"/>
                  <a:pt x="196342" y="0"/>
                </a:cubicBezTo>
                <a:lnTo>
                  <a:pt x="6908927" y="0"/>
                </a:lnTo>
                <a:cubicBezTo>
                  <a:pt x="7017385" y="0"/>
                  <a:pt x="7105269" y="87884"/>
                  <a:pt x="7105269" y="196342"/>
                </a:cubicBezTo>
                <a:lnTo>
                  <a:pt x="7105269" y="5080127"/>
                </a:lnTo>
                <a:cubicBezTo>
                  <a:pt x="7105269" y="5188585"/>
                  <a:pt x="7017385" y="5276469"/>
                  <a:pt x="6908927" y="5276469"/>
                </a:cubicBezTo>
                <a:lnTo>
                  <a:pt x="196342" y="5276469"/>
                </a:lnTo>
                <a:cubicBezTo>
                  <a:pt x="87884" y="5276469"/>
                  <a:pt x="0" y="5188585"/>
                  <a:pt x="0" y="508012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5400" cmpd="sng">
            <a:solidFill>
              <a:srgbClr val="D3DEE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60950" tIns="60950" rIns="60950" bIns="6095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12" name="Google Shape;412;g3f520f3c22e_2_312">
            <a:extLst xmlns:a="http://schemas.openxmlformats.org/drawingml/2006/main">
              <a:ext uri="{FF2B5EF4-FFF2-40B4-BE49-F238E27FC236}">
                <a16:creationId xmlns:a16="http://schemas.microsoft.com/office/drawing/2014/main" id="{DF38B0B5-B3C7-4DFE-8084-B8A820BB2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75116" y="3169920"/>
            <a:ext cx="2925348" cy="1158240"/>
          </a:xfrm>
          <a:custGeom xmlns:a="http://schemas.openxmlformats.org/drawingml/2006/main">
            <a:rect l="l" t="t" r="r" b="b"/>
            <a:pathLst>
              <a:path w="5852160" h="2316480">
                <a:moveTo>
                  <a:pt x="0" y="0"/>
                </a:moveTo>
                <a:lnTo>
                  <a:pt x="5852160" y="0"/>
                </a:lnTo>
                <a:lnTo>
                  <a:pt x="5852160" y="2316480"/>
                </a:lnTo>
                <a:lnTo>
                  <a:pt x="0" y="2316480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e031da6614e74c4a">
              <a:alphaModFix amt="0"/>
            </a:blip>
            <a:stretch>
              <a:fillRect l="-786" t="0" r="-786" b="0"/>
            </a:stretch>
          </a:blipFill>
          <a:ln xmlns:a="http://schemas.openxmlformats.org/drawingml/2006/main">
            <a:noFill/>
          </a:ln>
        </p:spPr>
      </p:sp>
      <p:sp>
        <p:nvSpPr>
          <p:cNvPr id="413" name="Google Shape;413;g3f520f3c22e_2_312">
            <a:extLst xmlns:a="http://schemas.openxmlformats.org/drawingml/2006/main">
              <a:ext uri="{FF2B5EF4-FFF2-40B4-BE49-F238E27FC236}">
                <a16:creationId xmlns:a16="http://schemas.microsoft.com/office/drawing/2014/main" id="{F2747D85-F4E3-4BBB-A9EE-284F17E41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75116" y="3046095"/>
            <a:ext cx="2925348" cy="12820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0" b="1" i="0" u="none" cap="none">
                <a:solidFill>
                  <a:srgbClr val="38BDF8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415" name="Google Shape;415;g3f520f3c22e_2_312">
            <a:extLst xmlns:a="http://schemas.openxmlformats.org/drawingml/2006/main">
              <a:ext uri="{FF2B5EF4-FFF2-40B4-BE49-F238E27FC236}">
                <a16:creationId xmlns:a16="http://schemas.microsoft.com/office/drawing/2014/main" id="{27E2DDFC-50FE-4BB9-B6CB-36DC0514A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75116" y="4328160"/>
            <a:ext cx="2925348" cy="390144"/>
          </a:xfrm>
          <a:custGeom xmlns:a="http://schemas.openxmlformats.org/drawingml/2006/main">
            <a:rect l="l" t="t" r="r" b="b"/>
            <a:pathLst>
              <a:path w="5852160" h="780288">
                <a:moveTo>
                  <a:pt x="0" y="0"/>
                </a:moveTo>
                <a:lnTo>
                  <a:pt x="5852160" y="0"/>
                </a:lnTo>
                <a:lnTo>
                  <a:pt x="5852160" y="780288"/>
                </a:lnTo>
                <a:lnTo>
                  <a:pt x="0" y="780288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e031da6614e74c4a">
              <a:alphaModFix amt="0"/>
            </a:blip>
            <a:stretch>
              <a:fillRect l="0" t="-96139" r="0" b="-96139"/>
            </a:stretch>
          </a:blipFill>
          <a:ln xmlns:a="http://schemas.openxmlformats.org/drawingml/2006/main">
            <a:noFill/>
          </a:ln>
        </p:spPr>
      </p:sp>
      <p:sp>
        <p:nvSpPr>
          <p:cNvPr id="416" name="Google Shape;416;g3f520f3c22e_2_312">
            <a:extLst xmlns:a="http://schemas.openxmlformats.org/drawingml/2006/main">
              <a:ext uri="{FF2B5EF4-FFF2-40B4-BE49-F238E27FC236}">
                <a16:creationId xmlns:a16="http://schemas.microsoft.com/office/drawing/2014/main" id="{23E05965-65E3-4D77-8E02-8220B42BA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75116" y="4294823"/>
            <a:ext cx="2925348" cy="4234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1" i="0" u="none" cap="none">
                <a:solidFill>
                  <a:srgbClr val="0F2C4C"/>
                </a:solidFill>
                <a:latin typeface="Calibri"/>
                <a:ea typeface="Calibri"/>
                <a:cs typeface="Calibri"/>
              </a:rPr>
              <a:t>famílias de sensores</a:t>
            </a:r>
          </a:p>
        </p:txBody>
      </p:sp>
      <p:sp>
        <p:nvSpPr>
          <p:cNvPr id="418" name="Google Shape;418;g3f520f3c22e_2_312">
            <a:extLst xmlns:a="http://schemas.openxmlformats.org/drawingml/2006/main">
              <a:ext uri="{FF2B5EF4-FFF2-40B4-BE49-F238E27FC236}">
                <a16:creationId xmlns:a16="http://schemas.microsoft.com/office/drawing/2014/main" id="{713490D1-9128-49D3-AE65-9E35BA1FC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75116" y="4718303"/>
            <a:ext cx="2925348" cy="670559"/>
          </a:xfrm>
          <a:custGeom xmlns:a="http://schemas.openxmlformats.org/drawingml/2006/main">
            <a:rect l="l" t="t" r="r" b="b"/>
            <a:pathLst>
              <a:path w="5852160" h="1341120">
                <a:moveTo>
                  <a:pt x="0" y="0"/>
                </a:moveTo>
                <a:lnTo>
                  <a:pt x="5852160" y="0"/>
                </a:lnTo>
                <a:lnTo>
                  <a:pt x="5852160" y="1341120"/>
                </a:lnTo>
                <a:lnTo>
                  <a:pt x="0" y="1341120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e031da6614e74c4a">
              <a:alphaModFix amt="0"/>
            </a:blip>
            <a:stretch>
              <a:fillRect l="0" t="-35025" r="0" b="-35025"/>
            </a:stretch>
          </a:blipFill>
          <a:ln xmlns:a="http://schemas.openxmlformats.org/drawingml/2006/main">
            <a:noFill/>
          </a:ln>
        </p:spPr>
      </p:sp>
      <p:sp>
        <p:nvSpPr>
          <p:cNvPr id="419" name="Google Shape;419;g3f520f3c22e_2_312">
            <a:extLst xmlns:a="http://schemas.openxmlformats.org/drawingml/2006/main">
              <a:ext uri="{FF2B5EF4-FFF2-40B4-BE49-F238E27FC236}">
                <a16:creationId xmlns:a16="http://schemas.microsoft.com/office/drawing/2014/main" id="{4AC011FF-9BCF-41D5-A06D-867496CB1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75116" y="4694491"/>
            <a:ext cx="2925348" cy="6943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0" u="none" cap="none">
                <a:solidFill>
                  <a:srgbClr val="7E8FA6"/>
                </a:solidFill>
                <a:latin typeface="Calibri"/>
                <a:ea typeface="Calibri"/>
                <a:cs typeface="Calibri"/>
              </a:rPr>
              <a:t>CO₂, VOC, partículas, temperatura/umidade e canal analógico.</a:t>
            </a:r>
          </a:p>
        </p:txBody>
      </p:sp>
      <p:sp>
        <p:nvSpPr>
          <p:cNvPr id="420" name="Google Shape;420;g3f520f3c22e_2_312">
            <a:extLst xmlns:a="http://schemas.openxmlformats.org/drawingml/2006/main">
              <a:ext uri="{FF2B5EF4-FFF2-40B4-BE49-F238E27FC236}">
                <a16:creationId xmlns:a16="http://schemas.microsoft.com/office/drawing/2014/main" id="{02A18C44-C820-4BF3-AC42-FF39006BC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0504" y="2856655"/>
            <a:ext cx="3551746" cy="2638234"/>
          </a:xfrm>
          <a:custGeom xmlns:a="http://schemas.openxmlformats.org/drawingml/2006/main">
            <a:rect l="l" t="t" r="r" b="b"/>
            <a:pathLst>
              <a:path w="7105269" h="5276469">
                <a:moveTo>
                  <a:pt x="0" y="196342"/>
                </a:moveTo>
                <a:cubicBezTo>
                  <a:pt x="0" y="87884"/>
                  <a:pt x="87884" y="0"/>
                  <a:pt x="196342" y="0"/>
                </a:cubicBezTo>
                <a:lnTo>
                  <a:pt x="6908927" y="0"/>
                </a:lnTo>
                <a:cubicBezTo>
                  <a:pt x="7017385" y="0"/>
                  <a:pt x="7105269" y="87884"/>
                  <a:pt x="7105269" y="196342"/>
                </a:cubicBezTo>
                <a:lnTo>
                  <a:pt x="7105269" y="5080127"/>
                </a:lnTo>
                <a:cubicBezTo>
                  <a:pt x="7105269" y="5188585"/>
                  <a:pt x="7017385" y="5276469"/>
                  <a:pt x="6908927" y="5276469"/>
                </a:cubicBezTo>
                <a:lnTo>
                  <a:pt x="196342" y="5276469"/>
                </a:lnTo>
                <a:cubicBezTo>
                  <a:pt x="87884" y="5276469"/>
                  <a:pt x="0" y="5188585"/>
                  <a:pt x="0" y="508012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5400" cmpd="sng">
            <a:solidFill>
              <a:srgbClr val="D3DEE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60950" tIns="60950" rIns="60950" bIns="6095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22" name="Google Shape;422;g3f520f3c22e_2_312">
            <a:extLst xmlns:a="http://schemas.openxmlformats.org/drawingml/2006/main">
              <a:ext uri="{FF2B5EF4-FFF2-40B4-BE49-F238E27FC236}">
                <a16:creationId xmlns:a16="http://schemas.microsoft.com/office/drawing/2014/main" id="{9E8E4281-F657-41B2-A805-EBDD4090E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53691" y="3169920"/>
            <a:ext cx="2925348" cy="1158240"/>
          </a:xfrm>
          <a:custGeom xmlns:a="http://schemas.openxmlformats.org/drawingml/2006/main">
            <a:rect l="l" t="t" r="r" b="b"/>
            <a:pathLst>
              <a:path w="5852160" h="2316480">
                <a:moveTo>
                  <a:pt x="0" y="0"/>
                </a:moveTo>
                <a:lnTo>
                  <a:pt x="5852160" y="0"/>
                </a:lnTo>
                <a:lnTo>
                  <a:pt x="5852160" y="2316480"/>
                </a:lnTo>
                <a:lnTo>
                  <a:pt x="0" y="2316480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e031da6614e74c4a">
              <a:alphaModFix amt="0"/>
            </a:blip>
            <a:stretch>
              <a:fillRect l="-786" t="0" r="-786" b="0"/>
            </a:stretch>
          </a:blipFill>
          <a:ln xmlns:a="http://schemas.openxmlformats.org/drawingml/2006/main">
            <a:noFill/>
          </a:ln>
        </p:spPr>
      </p:sp>
      <p:sp>
        <p:nvSpPr>
          <p:cNvPr id="423" name="Google Shape;423;g3f520f3c22e_2_312">
            <a:extLst xmlns:a="http://schemas.openxmlformats.org/drawingml/2006/main">
              <a:ext uri="{FF2B5EF4-FFF2-40B4-BE49-F238E27FC236}">
                <a16:creationId xmlns:a16="http://schemas.microsoft.com/office/drawing/2014/main" id="{E77BFA0C-9A26-4A59-A11E-C3A32FD41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53691" y="3046095"/>
            <a:ext cx="2925348" cy="12820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0" b="1" i="0" u="none" cap="none">
                <a:solidFill>
                  <a:srgbClr val="38BDF8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425" name="Google Shape;425;g3f520f3c22e_2_312">
            <a:extLst xmlns:a="http://schemas.openxmlformats.org/drawingml/2006/main">
              <a:ext uri="{FF2B5EF4-FFF2-40B4-BE49-F238E27FC236}">
                <a16:creationId xmlns:a16="http://schemas.microsoft.com/office/drawing/2014/main" id="{ECDADDE7-3DB9-4B04-BED0-2FE19BF56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53691" y="4328160"/>
            <a:ext cx="2925348" cy="390144"/>
          </a:xfrm>
          <a:custGeom xmlns:a="http://schemas.openxmlformats.org/drawingml/2006/main">
            <a:rect l="l" t="t" r="r" b="b"/>
            <a:pathLst>
              <a:path w="5852160" h="780288">
                <a:moveTo>
                  <a:pt x="0" y="0"/>
                </a:moveTo>
                <a:lnTo>
                  <a:pt x="5852160" y="0"/>
                </a:lnTo>
                <a:lnTo>
                  <a:pt x="5852160" y="780288"/>
                </a:lnTo>
                <a:lnTo>
                  <a:pt x="0" y="780288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e031da6614e74c4a">
              <a:alphaModFix amt="0"/>
            </a:blip>
            <a:stretch>
              <a:fillRect l="0" t="-96139" r="0" b="-96139"/>
            </a:stretch>
          </a:blipFill>
          <a:ln xmlns:a="http://schemas.openxmlformats.org/drawingml/2006/main">
            <a:noFill/>
          </a:ln>
        </p:spPr>
      </p:sp>
      <p:sp>
        <p:nvSpPr>
          <p:cNvPr id="426" name="Google Shape;426;g3f520f3c22e_2_312">
            <a:extLst xmlns:a="http://schemas.openxmlformats.org/drawingml/2006/main">
              <a:ext uri="{FF2B5EF4-FFF2-40B4-BE49-F238E27FC236}">
                <a16:creationId xmlns:a16="http://schemas.microsoft.com/office/drawing/2014/main" id="{79412569-5DDD-4A2B-9F1A-5849CA4BE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53691" y="4294823"/>
            <a:ext cx="2925348" cy="4234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1" i="0" u="none" cap="none">
                <a:solidFill>
                  <a:srgbClr val="0F2C4C"/>
                </a:solidFill>
                <a:latin typeface="Calibri"/>
                <a:ea typeface="Calibri"/>
                <a:cs typeface="Calibri"/>
              </a:rPr>
              <a:t>contrato v1.1</a:t>
            </a:r>
          </a:p>
        </p:txBody>
      </p:sp>
      <p:sp>
        <p:nvSpPr>
          <p:cNvPr id="428" name="Google Shape;428;g3f520f3c22e_2_312">
            <a:extLst xmlns:a="http://schemas.openxmlformats.org/drawingml/2006/main">
              <a:ext uri="{FF2B5EF4-FFF2-40B4-BE49-F238E27FC236}">
                <a16:creationId xmlns:a16="http://schemas.microsoft.com/office/drawing/2014/main" id="{8534F0C7-BA65-4E28-B9C8-28C16C91C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53691" y="4718303"/>
            <a:ext cx="2925348" cy="670559"/>
          </a:xfrm>
          <a:custGeom xmlns:a="http://schemas.openxmlformats.org/drawingml/2006/main">
            <a:rect l="l" t="t" r="r" b="b"/>
            <a:pathLst>
              <a:path w="5852160" h="1341120">
                <a:moveTo>
                  <a:pt x="0" y="0"/>
                </a:moveTo>
                <a:lnTo>
                  <a:pt x="5852160" y="0"/>
                </a:lnTo>
                <a:lnTo>
                  <a:pt x="5852160" y="1341120"/>
                </a:lnTo>
                <a:lnTo>
                  <a:pt x="0" y="1341120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e031da6614e74c4a">
              <a:alphaModFix amt="0"/>
            </a:blip>
            <a:stretch>
              <a:fillRect l="0" t="-35025" r="0" b="-35025"/>
            </a:stretch>
          </a:blipFill>
          <a:ln xmlns:a="http://schemas.openxmlformats.org/drawingml/2006/main">
            <a:noFill/>
          </a:ln>
        </p:spPr>
      </p:sp>
      <p:sp>
        <p:nvSpPr>
          <p:cNvPr id="429" name="Google Shape;429;g3f520f3c22e_2_312">
            <a:extLst xmlns:a="http://schemas.openxmlformats.org/drawingml/2006/main">
              <a:ext uri="{FF2B5EF4-FFF2-40B4-BE49-F238E27FC236}">
                <a16:creationId xmlns:a16="http://schemas.microsoft.com/office/drawing/2014/main" id="{740CD4EF-40CA-436D-A375-2DA65CC80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53691" y="4694491"/>
            <a:ext cx="2925348" cy="6943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0" u="none" cap="none">
                <a:solidFill>
                  <a:srgbClr val="7E8FA6"/>
                </a:solidFill>
                <a:latin typeface="Calibri"/>
                <a:ea typeface="Calibri"/>
                <a:cs typeface="Calibri"/>
              </a:rPr>
              <a:t>Mesma identidade, tempo, medidas e qualidade em toda a solução.</a:t>
            </a:r>
          </a:p>
        </p:txBody>
      </p:sp>
      <p:sp>
        <p:nvSpPr>
          <p:cNvPr id="430" name="Google Shape;430;g3f520f3c22e_2_312">
            <a:extLst xmlns:a="http://schemas.openxmlformats.org/drawingml/2006/main">
              <a:ext uri="{FF2B5EF4-FFF2-40B4-BE49-F238E27FC236}">
                <a16:creationId xmlns:a16="http://schemas.microsoft.com/office/drawing/2014/main" id="{CFC0A64C-E311-4C51-950A-8283D2B1B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9079" y="2856655"/>
            <a:ext cx="3551746" cy="2638234"/>
          </a:xfrm>
          <a:custGeom xmlns:a="http://schemas.openxmlformats.org/drawingml/2006/main">
            <a:rect l="l" t="t" r="r" b="b"/>
            <a:pathLst>
              <a:path w="7105269" h="5276469">
                <a:moveTo>
                  <a:pt x="0" y="196342"/>
                </a:moveTo>
                <a:cubicBezTo>
                  <a:pt x="0" y="87884"/>
                  <a:pt x="87884" y="0"/>
                  <a:pt x="196342" y="0"/>
                </a:cubicBezTo>
                <a:lnTo>
                  <a:pt x="6908927" y="0"/>
                </a:lnTo>
                <a:cubicBezTo>
                  <a:pt x="7017385" y="0"/>
                  <a:pt x="7105269" y="87884"/>
                  <a:pt x="7105269" y="196342"/>
                </a:cubicBezTo>
                <a:lnTo>
                  <a:pt x="7105269" y="5080127"/>
                </a:lnTo>
                <a:cubicBezTo>
                  <a:pt x="7105269" y="5188585"/>
                  <a:pt x="7017385" y="5276469"/>
                  <a:pt x="6908927" y="5276469"/>
                </a:cubicBezTo>
                <a:lnTo>
                  <a:pt x="196342" y="5276469"/>
                </a:lnTo>
                <a:cubicBezTo>
                  <a:pt x="87884" y="5276469"/>
                  <a:pt x="0" y="5188585"/>
                  <a:pt x="0" y="508012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5400" cmpd="sng">
            <a:solidFill>
              <a:srgbClr val="D3DEE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60950" tIns="60950" rIns="60950" bIns="6095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32" name="Google Shape;432;g3f520f3c22e_2_312">
            <a:extLst xmlns:a="http://schemas.openxmlformats.org/drawingml/2006/main">
              <a:ext uri="{FF2B5EF4-FFF2-40B4-BE49-F238E27FC236}">
                <a16:creationId xmlns:a16="http://schemas.microsoft.com/office/drawing/2014/main" id="{257FFEC4-D17A-4674-9D00-5195AFAE5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32265" y="3169920"/>
            <a:ext cx="2925348" cy="1158240"/>
          </a:xfrm>
          <a:custGeom xmlns:a="http://schemas.openxmlformats.org/drawingml/2006/main">
            <a:rect l="l" t="t" r="r" b="b"/>
            <a:pathLst>
              <a:path w="5852160" h="2316480">
                <a:moveTo>
                  <a:pt x="0" y="0"/>
                </a:moveTo>
                <a:lnTo>
                  <a:pt x="5852160" y="0"/>
                </a:lnTo>
                <a:lnTo>
                  <a:pt x="5852160" y="2316480"/>
                </a:lnTo>
                <a:lnTo>
                  <a:pt x="0" y="2316480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e031da6614e74c4a">
              <a:alphaModFix amt="0"/>
            </a:blip>
            <a:stretch>
              <a:fillRect l="-786" t="0" r="-786" b="0"/>
            </a:stretch>
          </a:blipFill>
          <a:ln xmlns:a="http://schemas.openxmlformats.org/drawingml/2006/main">
            <a:noFill/>
          </a:ln>
        </p:spPr>
      </p:sp>
      <p:sp>
        <p:nvSpPr>
          <p:cNvPr id="433" name="Google Shape;433;g3f520f3c22e_2_312">
            <a:extLst xmlns:a="http://schemas.openxmlformats.org/drawingml/2006/main">
              <a:ext uri="{FF2B5EF4-FFF2-40B4-BE49-F238E27FC236}">
                <a16:creationId xmlns:a16="http://schemas.microsoft.com/office/drawing/2014/main" id="{04DBC330-C7F3-4472-9F49-85186A9BF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32265" y="3046095"/>
            <a:ext cx="2925348" cy="12820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0" b="1" i="0" u="none" cap="none">
                <a:solidFill>
                  <a:srgbClr val="38BDF8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435" name="Google Shape;435;g3f520f3c22e_2_312">
            <a:extLst xmlns:a="http://schemas.openxmlformats.org/drawingml/2006/main">
              <a:ext uri="{FF2B5EF4-FFF2-40B4-BE49-F238E27FC236}">
                <a16:creationId xmlns:a16="http://schemas.microsoft.com/office/drawing/2014/main" id="{D8F7ABF6-F117-4676-BA83-AF45B60FB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32265" y="4328160"/>
            <a:ext cx="2925348" cy="390144"/>
          </a:xfrm>
          <a:custGeom xmlns:a="http://schemas.openxmlformats.org/drawingml/2006/main">
            <a:rect l="l" t="t" r="r" b="b"/>
            <a:pathLst>
              <a:path w="5852160" h="780288">
                <a:moveTo>
                  <a:pt x="0" y="0"/>
                </a:moveTo>
                <a:lnTo>
                  <a:pt x="5852160" y="0"/>
                </a:lnTo>
                <a:lnTo>
                  <a:pt x="5852160" y="780288"/>
                </a:lnTo>
                <a:lnTo>
                  <a:pt x="0" y="780288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e031da6614e74c4a">
              <a:alphaModFix amt="0"/>
            </a:blip>
            <a:stretch>
              <a:fillRect l="0" t="-96139" r="0" b="-96139"/>
            </a:stretch>
          </a:blipFill>
          <a:ln xmlns:a="http://schemas.openxmlformats.org/drawingml/2006/main">
            <a:noFill/>
          </a:ln>
        </p:spPr>
      </p:sp>
      <p:sp>
        <p:nvSpPr>
          <p:cNvPr id="436" name="Google Shape;436;g3f520f3c22e_2_312">
            <a:extLst xmlns:a="http://schemas.openxmlformats.org/drawingml/2006/main">
              <a:ext uri="{FF2B5EF4-FFF2-40B4-BE49-F238E27FC236}">
                <a16:creationId xmlns:a16="http://schemas.microsoft.com/office/drawing/2014/main" id="{EF369B1C-DF78-48C5-844E-EF9C82D87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32265" y="4294823"/>
            <a:ext cx="2925348" cy="4234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1" i="0" u="none" cap="none">
                <a:solidFill>
                  <a:srgbClr val="0F2C4C"/>
                </a:solidFill>
                <a:latin typeface="Calibri"/>
                <a:ea typeface="Calibri"/>
                <a:cs typeface="Calibri"/>
              </a:rPr>
              <a:t>interfaces</a:t>
            </a:r>
          </a:p>
        </p:txBody>
      </p:sp>
      <p:sp>
        <p:nvSpPr>
          <p:cNvPr id="438" name="Google Shape;438;g3f520f3c22e_2_312">
            <a:extLst xmlns:a="http://schemas.openxmlformats.org/drawingml/2006/main">
              <a:ext uri="{FF2B5EF4-FFF2-40B4-BE49-F238E27FC236}">
                <a16:creationId xmlns:a16="http://schemas.microsoft.com/office/drawing/2014/main" id="{46E26CC3-F0CA-4041-96E3-F488751F4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32265" y="4718303"/>
            <a:ext cx="2925348" cy="670559"/>
          </a:xfrm>
          <a:custGeom xmlns:a="http://schemas.openxmlformats.org/drawingml/2006/main">
            <a:rect l="l" t="t" r="r" b="b"/>
            <a:pathLst>
              <a:path w="5852160" h="1341120">
                <a:moveTo>
                  <a:pt x="0" y="0"/>
                </a:moveTo>
                <a:lnTo>
                  <a:pt x="5852160" y="0"/>
                </a:lnTo>
                <a:lnTo>
                  <a:pt x="5852160" y="1341120"/>
                </a:lnTo>
                <a:lnTo>
                  <a:pt x="0" y="1341120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e031da6614e74c4a">
              <a:alphaModFix amt="0"/>
            </a:blip>
            <a:stretch>
              <a:fillRect l="0" t="-35025" r="0" b="-35025"/>
            </a:stretch>
          </a:blipFill>
          <a:ln xmlns:a="http://schemas.openxmlformats.org/drawingml/2006/main">
            <a:noFill/>
          </a:ln>
        </p:spPr>
      </p:sp>
      <p:sp>
        <p:nvSpPr>
          <p:cNvPr id="439" name="Google Shape;439;g3f520f3c22e_2_312">
            <a:extLst xmlns:a="http://schemas.openxmlformats.org/drawingml/2006/main">
              <a:ext uri="{FF2B5EF4-FFF2-40B4-BE49-F238E27FC236}">
                <a16:creationId xmlns:a16="http://schemas.microsoft.com/office/drawing/2014/main" id="{94B31AA4-86E4-4595-BD95-E60BBBFBB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32265" y="4694491"/>
            <a:ext cx="2925348" cy="6943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0" u="none" cap="none">
                <a:solidFill>
                  <a:srgbClr val="7E8FA6"/>
                </a:solidFill>
                <a:latin typeface="Calibri"/>
                <a:ea typeface="Calibri"/>
                <a:cs typeface="Calibri"/>
              </a:rPr>
              <a:t>Firmware, REST/WS, Web/PWA e Flutter, com AWS como evolução.</a:t>
            </a:r>
          </a:p>
        </p:txBody>
      </p:sp>
      <p:sp>
        <p:nvSpPr>
          <p:cNvPr id="441" name="Google Shape;441;g3f520f3c22e_2_312">
            <a:extLst xmlns:a="http://schemas.openxmlformats.org/drawingml/2006/main">
              <a:ext uri="{FF2B5EF4-FFF2-40B4-BE49-F238E27FC236}">
                <a16:creationId xmlns:a16="http://schemas.microsoft.com/office/drawing/2014/main" id="{E1031962-6E18-4D06-B0DA-1768452AA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0392" y="6461760"/>
            <a:ext cx="6703923" cy="304800"/>
          </a:xfrm>
          <a:custGeom xmlns:a="http://schemas.openxmlformats.org/drawingml/2006/main">
            <a:rect l="l" t="t" r="r" b="b"/>
            <a:pathLst>
              <a:path w="13411200" h="609600">
                <a:moveTo>
                  <a:pt x="0" y="0"/>
                </a:moveTo>
                <a:lnTo>
                  <a:pt x="13411200" y="0"/>
                </a:lnTo>
                <a:lnTo>
                  <a:pt x="13411200" y="609600"/>
                </a:lnTo>
                <a:lnTo>
                  <a:pt x="0" y="609600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e031da6614e74c4a">
              <a:alphaModFix amt="0"/>
            </a:blip>
            <a:stretch>
              <a:fillRect l="0" t="-378669" r="0" b="-378669"/>
            </a:stretch>
          </a:blipFill>
          <a:ln xmlns:a="http://schemas.openxmlformats.org/drawingml/2006/main">
            <a:noFill/>
          </a:ln>
        </p:spPr>
      </p:sp>
      <p:sp>
        <p:nvSpPr>
          <p:cNvPr id="442" name="Google Shape;442;g3f520f3c22e_2_312">
            <a:extLst xmlns:a="http://schemas.openxmlformats.org/drawingml/2006/main">
              <a:ext uri="{FF2B5EF4-FFF2-40B4-BE49-F238E27FC236}">
                <a16:creationId xmlns:a16="http://schemas.microsoft.com/office/drawing/2014/main" id="{B391FEC3-1E30-4510-88F5-EEF7BEE5E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0392" y="6442710"/>
            <a:ext cx="6703923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cap="none">
                <a:solidFill>
                  <a:srgbClr val="7E8FA6"/>
                </a:solidFill>
                <a:latin typeface="Calibri"/>
                <a:ea typeface="Calibri"/>
                <a:cs typeface="Calibri"/>
              </a:rPr>
              <a:t>Air Sense · ESP-WROOM-32 · qualidade do ar · protótipo acadêmico</a:t>
            </a:r>
          </a:p>
        </p:txBody>
      </p:sp>
      <p:sp>
        <p:nvSpPr>
          <p:cNvPr id="444" name="Google Shape;444;g3f520f3c22e_2_312">
            <a:extLst xmlns:a="http://schemas.openxmlformats.org/drawingml/2006/main">
              <a:ext uri="{FF2B5EF4-FFF2-40B4-BE49-F238E27FC236}">
                <a16:creationId xmlns:a16="http://schemas.microsoft.com/office/drawing/2014/main" id="{A4FD13ED-D2F8-454C-9AFA-D2582493D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09110" y="6461760"/>
            <a:ext cx="609448" cy="304800"/>
          </a:xfrm>
          <a:custGeom xmlns:a="http://schemas.openxmlformats.org/drawingml/2006/main">
            <a:rect l="l" t="t" r="r" b="b"/>
            <a:pathLst>
              <a:path w="1219200" h="609600">
                <a:moveTo>
                  <a:pt x="0" y="0"/>
                </a:moveTo>
                <a:lnTo>
                  <a:pt x="1219200" y="0"/>
                </a:lnTo>
                <a:lnTo>
                  <a:pt x="1219200" y="609600"/>
                </a:lnTo>
                <a:lnTo>
                  <a:pt x="0" y="609600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e031da6614e74c4a">
              <a:alphaModFix amt="0"/>
            </a:blip>
            <a:stretch>
              <a:fillRect l="-14150" t="0" r="-14150" b="0"/>
            </a:stretch>
          </a:blipFill>
          <a:ln xmlns:a="http://schemas.openxmlformats.org/drawingml/2006/main">
            <a:noFill/>
          </a:ln>
        </p:spPr>
      </p:sp>
      <p:sp>
        <p:nvSpPr>
          <p:cNvPr id="445" name="Google Shape;445;g3f520f3c22e_2_312">
            <a:extLst xmlns:a="http://schemas.openxmlformats.org/drawingml/2006/main">
              <a:ext uri="{FF2B5EF4-FFF2-40B4-BE49-F238E27FC236}">
                <a16:creationId xmlns:a16="http://schemas.microsoft.com/office/drawing/2014/main" id="{112BF3A5-E178-42B8-B21C-22D6C6770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09110" y="6442710"/>
            <a:ext cx="609448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cap="none">
                <a:solidFill>
                  <a:srgbClr val="7E8FA6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81623085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EEF3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0" name="Google Shape;450;g3f520f3c22e_2_361">
            <a:extLst xmlns:a="http://schemas.openxmlformats.org/drawingml/2006/main">
              <a:ext uri="{FF2B5EF4-FFF2-40B4-BE49-F238E27FC236}">
                <a16:creationId xmlns:a16="http://schemas.microsoft.com/office/drawing/2014/main" id="{D262B5C7-F695-414D-8199-6E46E2FF0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392" y="609600"/>
            <a:ext cx="414424" cy="373063"/>
          </a:xfrm>
          <a:custGeom xmlns:a="http://schemas.openxmlformats.org/drawingml/2006/main">
            <a:rect l="l" t="t" r="r" b="b"/>
            <a:pathLst>
              <a:path w="829056" h="746125">
                <a:moveTo>
                  <a:pt x="0" y="373126"/>
                </a:moveTo>
                <a:lnTo>
                  <a:pt x="186563" y="0"/>
                </a:lnTo>
                <a:lnTo>
                  <a:pt x="642493" y="0"/>
                </a:lnTo>
                <a:lnTo>
                  <a:pt x="829056" y="373126"/>
                </a:lnTo>
                <a:lnTo>
                  <a:pt x="642493" y="746125"/>
                </a:lnTo>
                <a:lnTo>
                  <a:pt x="186563" y="746125"/>
                </a:lnTo>
                <a:close/>
              </a:path>
            </a:pathLst>
          </a:custGeom>
          <a:solidFill xmlns:a="http://schemas.openxmlformats.org/drawingml/2006/main">
            <a:srgbClr val="38BDF8"/>
          </a:solidFill>
          <a:ln xmlns:a="http://schemas.openxmlformats.org/drawingml/2006/main">
            <a:noFill/>
          </a:ln>
        </p:spPr>
      </p:sp>
      <p:sp>
        <p:nvSpPr>
          <p:cNvPr id="452" name="Google Shape;452;g3f520f3c22e_2_361">
            <a:extLst xmlns:a="http://schemas.openxmlformats.org/drawingml/2006/main">
              <a:ext uri="{FF2B5EF4-FFF2-40B4-BE49-F238E27FC236}">
                <a16:creationId xmlns:a16="http://schemas.microsoft.com/office/drawing/2014/main" id="{41C16A3F-94CF-4085-AD1A-4A7CAAA24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43273" y="573024"/>
            <a:ext cx="9263601" cy="316992"/>
          </a:xfrm>
          <a:custGeom xmlns:a="http://schemas.openxmlformats.org/drawingml/2006/main">
            <a:rect l="l" t="t" r="r" b="b"/>
            <a:pathLst>
              <a:path w="18531839" h="633984">
                <a:moveTo>
                  <a:pt x="0" y="0"/>
                </a:moveTo>
                <a:lnTo>
                  <a:pt x="18531839" y="0"/>
                </a:lnTo>
                <a:lnTo>
                  <a:pt x="18531839" y="633984"/>
                </a:lnTo>
                <a:lnTo>
                  <a:pt x="0" y="633984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d14ba68d29014b04">
              <a:alphaModFix amt="0"/>
            </a:blip>
            <a:stretch>
              <a:fillRect l="0" t="-519606" r="0" b="-519606"/>
            </a:stretch>
          </a:blipFill>
          <a:ln xmlns:a="http://schemas.openxmlformats.org/drawingml/2006/main">
            <a:noFill/>
          </a:ln>
        </p:spPr>
      </p:sp>
      <p:sp>
        <p:nvSpPr>
          <p:cNvPr id="453" name="Google Shape;453;g3f520f3c22e_2_361">
            <a:extLst xmlns:a="http://schemas.openxmlformats.org/drawingml/2006/main">
              <a:ext uri="{FF2B5EF4-FFF2-40B4-BE49-F238E27FC236}">
                <a16:creationId xmlns:a16="http://schemas.microsoft.com/office/drawing/2014/main" id="{BACB8CEA-C1B8-4671-A758-6A11FB754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43273" y="549212"/>
            <a:ext cx="9263602" cy="3408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 u="none" cap="none">
                <a:solidFill>
                  <a:srgbClr val="4A6FA5"/>
                </a:solidFill>
                <a:latin typeface="Calibri"/>
                <a:ea typeface="Calibri"/>
                <a:cs typeface="Calibri"/>
              </a:rPr>
              <a:t>OBJETIVO</a:t>
            </a:r>
          </a:p>
        </p:txBody>
      </p:sp>
      <p:sp>
        <p:nvSpPr>
          <p:cNvPr id="455" name="Google Shape;455;g3f520f3c22e_2_361">
            <a:extLst xmlns:a="http://schemas.openxmlformats.org/drawingml/2006/main">
              <a:ext uri="{FF2B5EF4-FFF2-40B4-BE49-F238E27FC236}">
                <a16:creationId xmlns:a16="http://schemas.microsoft.com/office/drawing/2014/main" id="{24C62E78-97E3-452E-AD2E-80BFAA4F4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0392" y="950975"/>
            <a:ext cx="10482496" cy="731520"/>
          </a:xfrm>
          <a:custGeom xmlns:a="http://schemas.openxmlformats.org/drawingml/2006/main">
            <a:rect l="l" t="t" r="r" b="b"/>
            <a:pathLst>
              <a:path w="20970239" h="1463040">
                <a:moveTo>
                  <a:pt x="0" y="0"/>
                </a:moveTo>
                <a:lnTo>
                  <a:pt x="20970239" y="0"/>
                </a:lnTo>
                <a:lnTo>
                  <a:pt x="20970239" y="1463040"/>
                </a:lnTo>
                <a:lnTo>
                  <a:pt x="0" y="1463040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d14ba68d29014b04">
              <a:alphaModFix amt="0"/>
            </a:blip>
            <a:stretch>
              <a:fillRect l="0" t="-229298" r="0" b="-229298"/>
            </a:stretch>
          </a:blipFill>
          <a:ln xmlns:a="http://schemas.openxmlformats.org/drawingml/2006/main">
            <a:noFill/>
          </a:ln>
        </p:spPr>
      </p:sp>
      <p:sp>
        <p:nvSpPr>
          <p:cNvPr id="456" name="Google Shape;456;g3f520f3c22e_2_361">
            <a:extLst xmlns:a="http://schemas.openxmlformats.org/drawingml/2006/main">
              <a:ext uri="{FF2B5EF4-FFF2-40B4-BE49-F238E27FC236}">
                <a16:creationId xmlns:a16="http://schemas.microsoft.com/office/drawing/2014/main" id="{5EB51B19-CBB9-4754-B06F-127B6A8B6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0392" y="879538"/>
            <a:ext cx="10482497" cy="8029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400" b="1" i="0" u="none" cap="none">
                <a:solidFill>
                  <a:srgbClr val="0F2C4C"/>
                </a:solidFill>
                <a:latin typeface="Calibri"/>
                <a:ea typeface="Calibri"/>
                <a:cs typeface="Calibri"/>
              </a:rPr>
              <a:t>Uma solução ponta a ponta</a:t>
            </a:r>
          </a:p>
        </p:txBody>
      </p:sp>
      <p:sp>
        <p:nvSpPr>
          <p:cNvPr id="457" name="Google Shape;457;g3f520f3c22e_2_361">
            <a:extLst xmlns:a="http://schemas.openxmlformats.org/drawingml/2006/main">
              <a:ext uri="{FF2B5EF4-FFF2-40B4-BE49-F238E27FC236}">
                <a16:creationId xmlns:a16="http://schemas.microsoft.com/office/drawing/2014/main" id="{6BEEA0BD-15E7-4FEC-9495-A7186AD01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30" y="1881295"/>
            <a:ext cx="5319143" cy="2065210"/>
          </a:xfrm>
          <a:custGeom xmlns:a="http://schemas.openxmlformats.org/drawingml/2006/main">
            <a:rect l="l" t="t" r="r" b="b"/>
            <a:pathLst>
              <a:path w="10640949" h="4130421">
                <a:moveTo>
                  <a:pt x="0" y="196723"/>
                </a:moveTo>
                <a:cubicBezTo>
                  <a:pt x="0" y="88011"/>
                  <a:pt x="88011" y="0"/>
                  <a:pt x="196723" y="0"/>
                </a:cubicBezTo>
                <a:lnTo>
                  <a:pt x="10444226" y="0"/>
                </a:lnTo>
                <a:cubicBezTo>
                  <a:pt x="10552811" y="0"/>
                  <a:pt x="10640949" y="88011"/>
                  <a:pt x="10640949" y="196723"/>
                </a:cubicBezTo>
                <a:lnTo>
                  <a:pt x="10640949" y="3933698"/>
                </a:lnTo>
                <a:cubicBezTo>
                  <a:pt x="10640949" y="4042283"/>
                  <a:pt x="10552938" y="4130421"/>
                  <a:pt x="10444226" y="4130421"/>
                </a:cubicBezTo>
                <a:lnTo>
                  <a:pt x="196723" y="4130421"/>
                </a:lnTo>
                <a:cubicBezTo>
                  <a:pt x="88011" y="4130421"/>
                  <a:pt x="0" y="4042283"/>
                  <a:pt x="0" y="3933698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5400" cmpd="sng">
            <a:solidFill>
              <a:srgbClr val="D3DEE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60950" tIns="60950" rIns="60950" bIns="6095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58" name="Google Shape;458;g3f520f3c22e_2_361">
            <a:extLst xmlns:a="http://schemas.openxmlformats.org/drawingml/2006/main">
              <a:ext uri="{FF2B5EF4-FFF2-40B4-BE49-F238E27FC236}">
                <a16:creationId xmlns:a16="http://schemas.microsoft.com/office/drawing/2014/main" id="{DBC74D89-5DF4-4C3F-8DB0-275931843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116" y="2194560"/>
            <a:ext cx="755715" cy="755904"/>
          </a:xfrm>
          <a:custGeom xmlns:a="http://schemas.openxmlformats.org/drawingml/2006/main">
            <a:rect l="l" t="t" r="r" b="b"/>
            <a:pathLst>
              <a:path w="1511808" h="1511808">
                <a:moveTo>
                  <a:pt x="0" y="755904"/>
                </a:moveTo>
                <a:cubicBezTo>
                  <a:pt x="0" y="338455"/>
                  <a:pt x="338455" y="0"/>
                  <a:pt x="755904" y="0"/>
                </a:cubicBezTo>
                <a:cubicBezTo>
                  <a:pt x="1173353" y="0"/>
                  <a:pt x="1511808" y="338455"/>
                  <a:pt x="1511808" y="755904"/>
                </a:cubicBezTo>
                <a:cubicBezTo>
                  <a:pt x="1511808" y="1173353"/>
                  <a:pt x="1173353" y="1511808"/>
                  <a:pt x="755904" y="1511808"/>
                </a:cubicBezTo>
                <a:cubicBezTo>
                  <a:pt x="338455" y="1511808"/>
                  <a:pt x="0" y="1173353"/>
                  <a:pt x="0" y="755904"/>
                </a:cubicBezTo>
                <a:close/>
              </a:path>
            </a:pathLst>
          </a:custGeom>
          <a:solidFill xmlns:a="http://schemas.openxmlformats.org/drawingml/2006/main">
            <a:srgbClr val="4A6FA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0950" tIns="60950" rIns="60950" bIns="6095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59" name="Google Shape;459;g3f520f3c22e_2_361">
            <a:extLst xmlns:a="http://schemas.openxmlformats.org/drawingml/2006/main">
              <a:ext uri="{FF2B5EF4-FFF2-40B4-BE49-F238E27FC236}">
                <a16:creationId xmlns:a16="http://schemas.microsoft.com/office/drawing/2014/main" id="{934B2512-0A6F-4F47-B36D-AA1B3FA40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139" y="2389632"/>
            <a:ext cx="365668" cy="365760"/>
          </a:xfrm>
          <a:custGeom xmlns:a="http://schemas.openxmlformats.org/drawingml/2006/main">
            <a:rect l="l" t="t" r="r" b="b"/>
            <a:pathLst>
              <a:path w="731520" h="731520">
                <a:moveTo>
                  <a:pt x="0" y="0"/>
                </a:moveTo>
                <a:lnTo>
                  <a:pt x="731520" y="0"/>
                </a:lnTo>
                <a:lnTo>
                  <a:pt x="731520" y="731520"/>
                </a:lnTo>
                <a:lnTo>
                  <a:pt x="0" y="73152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61572f0d055841cd">
              <a:alphaModFix/>
            </a:blip>
            <a:stretch>
              <a:fillRect l="0" t="0" r="0" b="0"/>
            </a:stretch>
          </a:blipFill>
          <a:ln xmlns:a="http://schemas.openxmlformats.org/drawingml/2006/main">
            <a:noFill/>
          </a:ln>
        </p:spPr>
      </p:sp>
      <p:sp>
        <p:nvSpPr>
          <p:cNvPr id="461" name="Google Shape;461;g3f520f3c22e_2_361">
            <a:extLst xmlns:a="http://schemas.openxmlformats.org/drawingml/2006/main">
              <a:ext uri="{FF2B5EF4-FFF2-40B4-BE49-F238E27FC236}">
                <a16:creationId xmlns:a16="http://schemas.microsoft.com/office/drawing/2014/main" id="{78A229A7-B138-4894-89FB-4A5634D4A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50232" y="2194560"/>
            <a:ext cx="3717630" cy="426720"/>
          </a:xfrm>
          <a:custGeom xmlns:a="http://schemas.openxmlformats.org/drawingml/2006/main">
            <a:rect l="l" t="t" r="r" b="b"/>
            <a:pathLst>
              <a:path w="7437120" h="853440">
                <a:moveTo>
                  <a:pt x="0" y="0"/>
                </a:moveTo>
                <a:lnTo>
                  <a:pt x="7437120" y="0"/>
                </a:lnTo>
                <a:lnTo>
                  <a:pt x="7437120" y="853440"/>
                </a:lnTo>
                <a:lnTo>
                  <a:pt x="0" y="853440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d14ba68d29014b04">
              <a:alphaModFix amt="0"/>
            </a:blip>
            <a:stretch>
              <a:fillRect l="0" t="-119802" r="0" b="-119802"/>
            </a:stretch>
          </a:blipFill>
          <a:ln xmlns:a="http://schemas.openxmlformats.org/drawingml/2006/main">
            <a:noFill/>
          </a:ln>
        </p:spPr>
      </p:sp>
      <p:sp>
        <p:nvSpPr>
          <p:cNvPr id="462" name="Google Shape;462;g3f520f3c22e_2_361">
            <a:extLst xmlns:a="http://schemas.openxmlformats.org/drawingml/2006/main">
              <a:ext uri="{FF2B5EF4-FFF2-40B4-BE49-F238E27FC236}">
                <a16:creationId xmlns:a16="http://schemas.microsoft.com/office/drawing/2014/main" id="{C8D58BCA-4486-4587-A61C-E0F27A5A5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50232" y="2156460"/>
            <a:ext cx="3717630" cy="464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700" b="1" i="0" u="none" cap="none">
                <a:solidFill>
                  <a:srgbClr val="0F2C4C"/>
                </a:solidFill>
                <a:latin typeface="Calibri"/>
                <a:ea typeface="Calibri"/>
                <a:cs typeface="Calibri"/>
              </a:rPr>
              <a:t>Aquisição confiável</a:t>
            </a:r>
          </a:p>
        </p:txBody>
      </p:sp>
      <p:sp>
        <p:nvSpPr>
          <p:cNvPr id="463" name="Google Shape;463;g3f520f3c22e_2_361">
            <a:extLst xmlns:a="http://schemas.openxmlformats.org/drawingml/2006/main">
              <a:ext uri="{FF2B5EF4-FFF2-40B4-BE49-F238E27FC236}">
                <a16:creationId xmlns:a16="http://schemas.microsoft.com/office/drawing/2014/main" id="{1BE0E9A5-4E42-4B96-949F-70E1EDE27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0232" y="2638298"/>
            <a:ext cx="3717630" cy="1129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0" u="none" cap="none">
                <a:solidFill>
                  <a:srgbClr val="7E8FA6"/>
                </a:solidFill>
                <a:latin typeface="Calibri"/>
                <a:ea typeface="Calibri"/>
                <a:cs typeface="Calibri"/>
              </a:rPr>
              <a:t>HAL comum para HIL, sensores físicos e perfil AWS.</a:t>
            </a:r>
          </a:p>
        </p:txBody>
      </p:sp>
      <p:sp>
        <p:nvSpPr>
          <p:cNvPr id="464" name="Google Shape;464;g3f520f3c22e_2_361">
            <a:extLst xmlns:a="http://schemas.openxmlformats.org/drawingml/2006/main">
              <a:ext uri="{FF2B5EF4-FFF2-40B4-BE49-F238E27FC236}">
                <a16:creationId xmlns:a16="http://schemas.microsoft.com/office/drawing/2014/main" id="{4A444479-38B5-4E9C-B41C-4E74EB725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7902" y="1881295"/>
            <a:ext cx="5319143" cy="2065210"/>
          </a:xfrm>
          <a:custGeom xmlns:a="http://schemas.openxmlformats.org/drawingml/2006/main">
            <a:rect l="l" t="t" r="r" b="b"/>
            <a:pathLst>
              <a:path w="10640949" h="4130421">
                <a:moveTo>
                  <a:pt x="0" y="196723"/>
                </a:moveTo>
                <a:cubicBezTo>
                  <a:pt x="0" y="88011"/>
                  <a:pt x="88011" y="0"/>
                  <a:pt x="196723" y="0"/>
                </a:cubicBezTo>
                <a:lnTo>
                  <a:pt x="10444226" y="0"/>
                </a:lnTo>
                <a:cubicBezTo>
                  <a:pt x="10552811" y="0"/>
                  <a:pt x="10640949" y="88011"/>
                  <a:pt x="10640949" y="196723"/>
                </a:cubicBezTo>
                <a:lnTo>
                  <a:pt x="10640949" y="3933698"/>
                </a:lnTo>
                <a:cubicBezTo>
                  <a:pt x="10640949" y="4042283"/>
                  <a:pt x="10552938" y="4130421"/>
                  <a:pt x="10444226" y="4130421"/>
                </a:cubicBezTo>
                <a:lnTo>
                  <a:pt x="196723" y="4130421"/>
                </a:lnTo>
                <a:cubicBezTo>
                  <a:pt x="88011" y="4130421"/>
                  <a:pt x="0" y="4042283"/>
                  <a:pt x="0" y="3933698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5400" cmpd="sng">
            <a:solidFill>
              <a:srgbClr val="D3DEE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60950" tIns="60950" rIns="60950" bIns="6095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65" name="Google Shape;465;g3f520f3c22e_2_361">
            <a:extLst xmlns:a="http://schemas.openxmlformats.org/drawingml/2006/main">
              <a:ext uri="{FF2B5EF4-FFF2-40B4-BE49-F238E27FC236}">
                <a16:creationId xmlns:a16="http://schemas.microsoft.com/office/drawing/2014/main" id="{1873C53D-A57B-4667-9488-410B45505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1088" y="2194560"/>
            <a:ext cx="755715" cy="755904"/>
          </a:xfrm>
          <a:custGeom xmlns:a="http://schemas.openxmlformats.org/drawingml/2006/main">
            <a:rect l="l" t="t" r="r" b="b"/>
            <a:pathLst>
              <a:path w="1511808" h="1511808">
                <a:moveTo>
                  <a:pt x="0" y="755904"/>
                </a:moveTo>
                <a:cubicBezTo>
                  <a:pt x="0" y="338455"/>
                  <a:pt x="338455" y="0"/>
                  <a:pt x="755904" y="0"/>
                </a:cubicBezTo>
                <a:cubicBezTo>
                  <a:pt x="1173353" y="0"/>
                  <a:pt x="1511808" y="338455"/>
                  <a:pt x="1511808" y="755904"/>
                </a:cubicBezTo>
                <a:cubicBezTo>
                  <a:pt x="1511808" y="1173353"/>
                  <a:pt x="1173353" y="1511808"/>
                  <a:pt x="755904" y="1511808"/>
                </a:cubicBezTo>
                <a:cubicBezTo>
                  <a:pt x="338455" y="1511808"/>
                  <a:pt x="0" y="1173353"/>
                  <a:pt x="0" y="755904"/>
                </a:cubicBezTo>
                <a:close/>
              </a:path>
            </a:pathLst>
          </a:custGeom>
          <a:solidFill xmlns:a="http://schemas.openxmlformats.org/drawingml/2006/main">
            <a:srgbClr val="4A6FA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0950" tIns="60950" rIns="60950" bIns="6095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66" name="Google Shape;466;g3f520f3c22e_2_361">
            <a:extLst xmlns:a="http://schemas.openxmlformats.org/drawingml/2006/main">
              <a:ext uri="{FF2B5EF4-FFF2-40B4-BE49-F238E27FC236}">
                <a16:creationId xmlns:a16="http://schemas.microsoft.com/office/drawing/2014/main" id="{06CC1A97-0156-492B-89E1-A9AD7E5AF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6111" y="2389632"/>
            <a:ext cx="365668" cy="365760"/>
          </a:xfrm>
          <a:custGeom xmlns:a="http://schemas.openxmlformats.org/drawingml/2006/main">
            <a:rect l="l" t="t" r="r" b="b"/>
            <a:pathLst>
              <a:path w="731520" h="731520">
                <a:moveTo>
                  <a:pt x="0" y="0"/>
                </a:moveTo>
                <a:lnTo>
                  <a:pt x="731520" y="0"/>
                </a:lnTo>
                <a:lnTo>
                  <a:pt x="731520" y="731520"/>
                </a:lnTo>
                <a:lnTo>
                  <a:pt x="0" y="73152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16fa2c7a86074119">
              <a:alphaModFix/>
            </a:blip>
            <a:stretch>
              <a:fillRect l="0" t="0" r="0" b="0"/>
            </a:stretch>
          </a:blipFill>
          <a:ln xmlns:a="http://schemas.openxmlformats.org/drawingml/2006/main">
            <a:noFill/>
          </a:ln>
        </p:spPr>
      </p:sp>
      <p:sp>
        <p:nvSpPr>
          <p:cNvPr id="468" name="Google Shape;468;g3f520f3c22e_2_361">
            <a:extLst xmlns:a="http://schemas.openxmlformats.org/drawingml/2006/main">
              <a:ext uri="{FF2B5EF4-FFF2-40B4-BE49-F238E27FC236}">
                <a16:creationId xmlns:a16="http://schemas.microsoft.com/office/drawing/2014/main" id="{782E65C6-589A-4A35-93C4-EDA5EF4E3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96204" y="2194560"/>
            <a:ext cx="3717630" cy="426720"/>
          </a:xfrm>
          <a:custGeom xmlns:a="http://schemas.openxmlformats.org/drawingml/2006/main">
            <a:rect l="l" t="t" r="r" b="b"/>
            <a:pathLst>
              <a:path w="7437120" h="853440">
                <a:moveTo>
                  <a:pt x="0" y="0"/>
                </a:moveTo>
                <a:lnTo>
                  <a:pt x="7437120" y="0"/>
                </a:lnTo>
                <a:lnTo>
                  <a:pt x="7437120" y="853440"/>
                </a:lnTo>
                <a:lnTo>
                  <a:pt x="0" y="853440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d14ba68d29014b04">
              <a:alphaModFix amt="0"/>
            </a:blip>
            <a:stretch>
              <a:fillRect l="0" t="-119802" r="0" b="-119802"/>
            </a:stretch>
          </a:blipFill>
          <a:ln xmlns:a="http://schemas.openxmlformats.org/drawingml/2006/main">
            <a:noFill/>
          </a:ln>
        </p:spPr>
      </p:sp>
      <p:sp>
        <p:nvSpPr>
          <p:cNvPr id="469" name="Google Shape;469;g3f520f3c22e_2_361">
            <a:extLst xmlns:a="http://schemas.openxmlformats.org/drawingml/2006/main">
              <a:ext uri="{FF2B5EF4-FFF2-40B4-BE49-F238E27FC236}">
                <a16:creationId xmlns:a16="http://schemas.microsoft.com/office/drawing/2014/main" id="{77C85D63-C39E-4646-BF66-B88A6808C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96204" y="2156460"/>
            <a:ext cx="3717630" cy="464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700" b="1" i="0" u="none" cap="none">
                <a:solidFill>
                  <a:srgbClr val="0F2C4C"/>
                </a:solidFill>
                <a:latin typeface="Calibri"/>
                <a:ea typeface="Calibri"/>
                <a:cs typeface="Calibri"/>
              </a:rPr>
              <a:t>Transporte íntegro</a:t>
            </a:r>
          </a:p>
        </p:txBody>
      </p:sp>
      <p:sp>
        <p:nvSpPr>
          <p:cNvPr id="470" name="Google Shape;470;g3f520f3c22e_2_361">
            <a:extLst xmlns:a="http://schemas.openxmlformats.org/drawingml/2006/main">
              <a:ext uri="{FF2B5EF4-FFF2-40B4-BE49-F238E27FC236}">
                <a16:creationId xmlns:a16="http://schemas.microsoft.com/office/drawing/2014/main" id="{8DCF506A-E280-43BF-AE1E-F31826936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204" y="2638298"/>
            <a:ext cx="3717630" cy="1129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0" u="none" cap="none">
                <a:solidFill>
                  <a:srgbClr val="7E8FA6"/>
                </a:solidFill>
                <a:latin typeface="Calibri"/>
                <a:ea typeface="Calibri"/>
                <a:cs typeface="Calibri"/>
              </a:rPr>
              <a:t>ULID, boot_id, sequência, QoS 1, LWT e NTP válido.</a:t>
            </a:r>
          </a:p>
        </p:txBody>
      </p:sp>
      <p:sp>
        <p:nvSpPr>
          <p:cNvPr id="471" name="Google Shape;471;g3f520f3c22e_2_361">
            <a:extLst xmlns:a="http://schemas.openxmlformats.org/drawingml/2006/main">
              <a:ext uri="{FF2B5EF4-FFF2-40B4-BE49-F238E27FC236}">
                <a16:creationId xmlns:a16="http://schemas.microsoft.com/office/drawing/2014/main" id="{2759325C-1F72-4F2A-8819-E3D1BF55E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30" y="4173391"/>
            <a:ext cx="5319143" cy="2065210"/>
          </a:xfrm>
          <a:custGeom xmlns:a="http://schemas.openxmlformats.org/drawingml/2006/main">
            <a:rect l="l" t="t" r="r" b="b"/>
            <a:pathLst>
              <a:path w="10640949" h="4130421">
                <a:moveTo>
                  <a:pt x="0" y="196723"/>
                </a:moveTo>
                <a:cubicBezTo>
                  <a:pt x="0" y="88011"/>
                  <a:pt x="88011" y="0"/>
                  <a:pt x="196723" y="0"/>
                </a:cubicBezTo>
                <a:lnTo>
                  <a:pt x="10444226" y="0"/>
                </a:lnTo>
                <a:cubicBezTo>
                  <a:pt x="10552811" y="0"/>
                  <a:pt x="10640949" y="88011"/>
                  <a:pt x="10640949" y="196723"/>
                </a:cubicBezTo>
                <a:lnTo>
                  <a:pt x="10640949" y="3933698"/>
                </a:lnTo>
                <a:cubicBezTo>
                  <a:pt x="10640949" y="4042283"/>
                  <a:pt x="10552938" y="4130421"/>
                  <a:pt x="10444226" y="4130421"/>
                </a:cubicBezTo>
                <a:lnTo>
                  <a:pt x="196723" y="4130421"/>
                </a:lnTo>
                <a:cubicBezTo>
                  <a:pt x="88011" y="4130421"/>
                  <a:pt x="0" y="4042283"/>
                  <a:pt x="0" y="3933698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5400" cmpd="sng">
            <a:solidFill>
              <a:srgbClr val="D3DEE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60950" tIns="60950" rIns="60950" bIns="6095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72" name="Google Shape;472;g3f520f3c22e_2_361">
            <a:extLst xmlns:a="http://schemas.openxmlformats.org/drawingml/2006/main">
              <a:ext uri="{FF2B5EF4-FFF2-40B4-BE49-F238E27FC236}">
                <a16:creationId xmlns:a16="http://schemas.microsoft.com/office/drawing/2014/main" id="{F6942D3C-8C46-43DE-8297-0FD02F2B0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116" y="4486656"/>
            <a:ext cx="755715" cy="755904"/>
          </a:xfrm>
          <a:custGeom xmlns:a="http://schemas.openxmlformats.org/drawingml/2006/main">
            <a:rect l="l" t="t" r="r" b="b"/>
            <a:pathLst>
              <a:path w="1511808" h="1511808">
                <a:moveTo>
                  <a:pt x="0" y="755904"/>
                </a:moveTo>
                <a:cubicBezTo>
                  <a:pt x="0" y="338455"/>
                  <a:pt x="338455" y="0"/>
                  <a:pt x="755904" y="0"/>
                </a:cubicBezTo>
                <a:cubicBezTo>
                  <a:pt x="1173353" y="0"/>
                  <a:pt x="1511808" y="338455"/>
                  <a:pt x="1511808" y="755904"/>
                </a:cubicBezTo>
                <a:cubicBezTo>
                  <a:pt x="1511808" y="1173353"/>
                  <a:pt x="1173353" y="1511808"/>
                  <a:pt x="755904" y="1511808"/>
                </a:cubicBezTo>
                <a:cubicBezTo>
                  <a:pt x="338455" y="1511808"/>
                  <a:pt x="0" y="1173353"/>
                  <a:pt x="0" y="755904"/>
                </a:cubicBezTo>
                <a:close/>
              </a:path>
            </a:pathLst>
          </a:custGeom>
          <a:solidFill xmlns:a="http://schemas.openxmlformats.org/drawingml/2006/main">
            <a:srgbClr val="4A6FA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0950" tIns="60950" rIns="60950" bIns="6095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73" name="Google Shape;473;g3f520f3c22e_2_361">
            <a:extLst xmlns:a="http://schemas.openxmlformats.org/drawingml/2006/main">
              <a:ext uri="{FF2B5EF4-FFF2-40B4-BE49-F238E27FC236}">
                <a16:creationId xmlns:a16="http://schemas.microsoft.com/office/drawing/2014/main" id="{C89C19D7-EA70-42F2-966E-A3EDB2382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139" y="4681728"/>
            <a:ext cx="365668" cy="365760"/>
          </a:xfrm>
          <a:custGeom xmlns:a="http://schemas.openxmlformats.org/drawingml/2006/main">
            <a:rect l="l" t="t" r="r" b="b"/>
            <a:pathLst>
              <a:path w="731520" h="731520">
                <a:moveTo>
                  <a:pt x="0" y="0"/>
                </a:moveTo>
                <a:lnTo>
                  <a:pt x="731520" y="0"/>
                </a:lnTo>
                <a:lnTo>
                  <a:pt x="731520" y="731520"/>
                </a:lnTo>
                <a:lnTo>
                  <a:pt x="0" y="73152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9f8202cbe51f4348">
              <a:alphaModFix/>
            </a:blip>
            <a:stretch>
              <a:fillRect l="0" t="0" r="0" b="0"/>
            </a:stretch>
          </a:blipFill>
          <a:ln xmlns:a="http://schemas.openxmlformats.org/drawingml/2006/main">
            <a:noFill/>
          </a:ln>
        </p:spPr>
      </p:sp>
      <p:sp>
        <p:nvSpPr>
          <p:cNvPr id="475" name="Google Shape;475;g3f520f3c22e_2_361">
            <a:extLst xmlns:a="http://schemas.openxmlformats.org/drawingml/2006/main">
              <a:ext uri="{FF2B5EF4-FFF2-40B4-BE49-F238E27FC236}">
                <a16:creationId xmlns:a16="http://schemas.microsoft.com/office/drawing/2014/main" id="{E4C35EF2-8F77-43E5-82AE-C2D961FF7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50232" y="4486656"/>
            <a:ext cx="3717630" cy="426720"/>
          </a:xfrm>
          <a:custGeom xmlns:a="http://schemas.openxmlformats.org/drawingml/2006/main">
            <a:rect l="l" t="t" r="r" b="b"/>
            <a:pathLst>
              <a:path w="7437120" h="853440">
                <a:moveTo>
                  <a:pt x="0" y="0"/>
                </a:moveTo>
                <a:lnTo>
                  <a:pt x="7437120" y="0"/>
                </a:lnTo>
                <a:lnTo>
                  <a:pt x="7437120" y="853440"/>
                </a:lnTo>
                <a:lnTo>
                  <a:pt x="0" y="853440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d14ba68d29014b04">
              <a:alphaModFix amt="0"/>
            </a:blip>
            <a:stretch>
              <a:fillRect l="0" t="-119802" r="0" b="-119802"/>
            </a:stretch>
          </a:blipFill>
          <a:ln xmlns:a="http://schemas.openxmlformats.org/drawingml/2006/main">
            <a:noFill/>
          </a:ln>
        </p:spPr>
      </p:sp>
      <p:sp>
        <p:nvSpPr>
          <p:cNvPr id="476" name="Google Shape;476;g3f520f3c22e_2_361">
            <a:extLst xmlns:a="http://schemas.openxmlformats.org/drawingml/2006/main">
              <a:ext uri="{FF2B5EF4-FFF2-40B4-BE49-F238E27FC236}">
                <a16:creationId xmlns:a16="http://schemas.microsoft.com/office/drawing/2014/main" id="{308F0A47-0A26-4E09-9905-BC93FA207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50232" y="4448556"/>
            <a:ext cx="3717630" cy="464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700" b="1" i="0" u="none" cap="none">
                <a:solidFill>
                  <a:srgbClr val="0F2C4C"/>
                </a:solidFill>
                <a:latin typeface="Calibri"/>
                <a:ea typeface="Calibri"/>
                <a:cs typeface="Calibri"/>
              </a:rPr>
              <a:t>Experiência clara</a:t>
            </a:r>
          </a:p>
        </p:txBody>
      </p:sp>
      <p:sp>
        <p:nvSpPr>
          <p:cNvPr id="477" name="Google Shape;477;g3f520f3c22e_2_361">
            <a:extLst xmlns:a="http://schemas.openxmlformats.org/drawingml/2006/main">
              <a:ext uri="{FF2B5EF4-FFF2-40B4-BE49-F238E27FC236}">
                <a16:creationId xmlns:a16="http://schemas.microsoft.com/office/drawing/2014/main" id="{DBD65351-1C1A-4B74-AC7D-B006A0D45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0232" y="4930394"/>
            <a:ext cx="3717630" cy="1129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0" u="none" cap="none">
                <a:solidFill>
                  <a:srgbClr val="7E8FA6"/>
                </a:solidFill>
                <a:latin typeface="Calibri"/>
                <a:ea typeface="Calibri"/>
                <a:cs typeface="Calibri"/>
              </a:rPr>
              <a:t>Veredito, tendência e origem live/demo/offline sempre explícitos.</a:t>
            </a:r>
          </a:p>
        </p:txBody>
      </p:sp>
      <p:sp>
        <p:nvSpPr>
          <p:cNvPr id="478" name="Google Shape;478;g3f520f3c22e_2_361">
            <a:extLst xmlns:a="http://schemas.openxmlformats.org/drawingml/2006/main">
              <a:ext uri="{FF2B5EF4-FFF2-40B4-BE49-F238E27FC236}">
                <a16:creationId xmlns:a16="http://schemas.microsoft.com/office/drawing/2014/main" id="{65EAC3A1-4047-440B-80B5-CF6F66771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7902" y="4173391"/>
            <a:ext cx="5319143" cy="2065210"/>
          </a:xfrm>
          <a:custGeom xmlns:a="http://schemas.openxmlformats.org/drawingml/2006/main">
            <a:rect l="l" t="t" r="r" b="b"/>
            <a:pathLst>
              <a:path w="10640949" h="4130421">
                <a:moveTo>
                  <a:pt x="0" y="196723"/>
                </a:moveTo>
                <a:cubicBezTo>
                  <a:pt x="0" y="88011"/>
                  <a:pt x="88011" y="0"/>
                  <a:pt x="196723" y="0"/>
                </a:cubicBezTo>
                <a:lnTo>
                  <a:pt x="10444226" y="0"/>
                </a:lnTo>
                <a:cubicBezTo>
                  <a:pt x="10552811" y="0"/>
                  <a:pt x="10640949" y="88011"/>
                  <a:pt x="10640949" y="196723"/>
                </a:cubicBezTo>
                <a:lnTo>
                  <a:pt x="10640949" y="3933698"/>
                </a:lnTo>
                <a:cubicBezTo>
                  <a:pt x="10640949" y="4042283"/>
                  <a:pt x="10552938" y="4130421"/>
                  <a:pt x="10444226" y="4130421"/>
                </a:cubicBezTo>
                <a:lnTo>
                  <a:pt x="196723" y="4130421"/>
                </a:lnTo>
                <a:cubicBezTo>
                  <a:pt x="88011" y="4130421"/>
                  <a:pt x="0" y="4042283"/>
                  <a:pt x="0" y="3933698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5400" cmpd="sng">
            <a:solidFill>
              <a:srgbClr val="D3DEE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60950" tIns="60950" rIns="60950" bIns="6095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79" name="Google Shape;479;g3f520f3c22e_2_361">
            <a:extLst xmlns:a="http://schemas.openxmlformats.org/drawingml/2006/main">
              <a:ext uri="{FF2B5EF4-FFF2-40B4-BE49-F238E27FC236}">
                <a16:creationId xmlns:a16="http://schemas.microsoft.com/office/drawing/2014/main" id="{F8435F96-A94C-46B6-9A92-93BD1EA4C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1088" y="4486656"/>
            <a:ext cx="755715" cy="755904"/>
          </a:xfrm>
          <a:custGeom xmlns:a="http://schemas.openxmlformats.org/drawingml/2006/main">
            <a:rect l="l" t="t" r="r" b="b"/>
            <a:pathLst>
              <a:path w="1511808" h="1511808">
                <a:moveTo>
                  <a:pt x="0" y="755904"/>
                </a:moveTo>
                <a:cubicBezTo>
                  <a:pt x="0" y="338455"/>
                  <a:pt x="338455" y="0"/>
                  <a:pt x="755904" y="0"/>
                </a:cubicBezTo>
                <a:cubicBezTo>
                  <a:pt x="1173353" y="0"/>
                  <a:pt x="1511808" y="338455"/>
                  <a:pt x="1511808" y="755904"/>
                </a:cubicBezTo>
                <a:cubicBezTo>
                  <a:pt x="1511808" y="1173353"/>
                  <a:pt x="1173353" y="1511808"/>
                  <a:pt x="755904" y="1511808"/>
                </a:cubicBezTo>
                <a:cubicBezTo>
                  <a:pt x="338455" y="1511808"/>
                  <a:pt x="0" y="1173353"/>
                  <a:pt x="0" y="755904"/>
                </a:cubicBezTo>
                <a:close/>
              </a:path>
            </a:pathLst>
          </a:custGeom>
          <a:solidFill xmlns:a="http://schemas.openxmlformats.org/drawingml/2006/main">
            <a:srgbClr val="4A6FA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0950" tIns="60950" rIns="60950" bIns="6095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80" name="Google Shape;480;g3f520f3c22e_2_361">
            <a:extLst xmlns:a="http://schemas.openxmlformats.org/drawingml/2006/main">
              <a:ext uri="{FF2B5EF4-FFF2-40B4-BE49-F238E27FC236}">
                <a16:creationId xmlns:a16="http://schemas.microsoft.com/office/drawing/2014/main" id="{00E8EC97-16B0-4F84-AC1E-1F0CFFCB8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6111" y="4681728"/>
            <a:ext cx="365668" cy="365760"/>
          </a:xfrm>
          <a:custGeom xmlns:a="http://schemas.openxmlformats.org/drawingml/2006/main">
            <a:rect l="l" t="t" r="r" b="b"/>
            <a:pathLst>
              <a:path w="731520" h="731520">
                <a:moveTo>
                  <a:pt x="0" y="0"/>
                </a:moveTo>
                <a:lnTo>
                  <a:pt x="731520" y="0"/>
                </a:lnTo>
                <a:lnTo>
                  <a:pt x="731520" y="731520"/>
                </a:lnTo>
                <a:lnTo>
                  <a:pt x="0" y="73152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46e93ab5bf12445f">
              <a:alphaModFix/>
            </a:blip>
            <a:stretch>
              <a:fillRect l="0" t="0" r="0" b="0"/>
            </a:stretch>
          </a:blipFill>
          <a:ln xmlns:a="http://schemas.openxmlformats.org/drawingml/2006/main">
            <a:noFill/>
          </a:ln>
        </p:spPr>
      </p:sp>
      <p:sp>
        <p:nvSpPr>
          <p:cNvPr id="482" name="Google Shape;482;g3f520f3c22e_2_361">
            <a:extLst xmlns:a="http://schemas.openxmlformats.org/drawingml/2006/main">
              <a:ext uri="{FF2B5EF4-FFF2-40B4-BE49-F238E27FC236}">
                <a16:creationId xmlns:a16="http://schemas.microsoft.com/office/drawing/2014/main" id="{0513CC8E-6F83-485A-BD56-8006CD2F6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96204" y="4486656"/>
            <a:ext cx="3717630" cy="426720"/>
          </a:xfrm>
          <a:custGeom xmlns:a="http://schemas.openxmlformats.org/drawingml/2006/main">
            <a:rect l="l" t="t" r="r" b="b"/>
            <a:pathLst>
              <a:path w="7437120" h="853440">
                <a:moveTo>
                  <a:pt x="0" y="0"/>
                </a:moveTo>
                <a:lnTo>
                  <a:pt x="7437120" y="0"/>
                </a:lnTo>
                <a:lnTo>
                  <a:pt x="7437120" y="853440"/>
                </a:lnTo>
                <a:lnTo>
                  <a:pt x="0" y="853440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d14ba68d29014b04">
              <a:alphaModFix amt="0"/>
            </a:blip>
            <a:stretch>
              <a:fillRect l="0" t="-119802" r="0" b="-119802"/>
            </a:stretch>
          </a:blipFill>
          <a:ln xmlns:a="http://schemas.openxmlformats.org/drawingml/2006/main">
            <a:noFill/>
          </a:ln>
        </p:spPr>
      </p:sp>
      <p:sp>
        <p:nvSpPr>
          <p:cNvPr id="483" name="Google Shape;483;g3f520f3c22e_2_361">
            <a:extLst xmlns:a="http://schemas.openxmlformats.org/drawingml/2006/main">
              <a:ext uri="{FF2B5EF4-FFF2-40B4-BE49-F238E27FC236}">
                <a16:creationId xmlns:a16="http://schemas.microsoft.com/office/drawing/2014/main" id="{80CEADA9-0871-4DD7-BD01-6992A6849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96204" y="4448556"/>
            <a:ext cx="3717630" cy="464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700" b="1" i="0" u="none" cap="none">
                <a:solidFill>
                  <a:srgbClr val="0F2C4C"/>
                </a:solidFill>
                <a:latin typeface="Calibri"/>
                <a:ea typeface="Calibri"/>
                <a:cs typeface="Calibri"/>
              </a:rPr>
              <a:t>Evolução segura</a:t>
            </a:r>
          </a:p>
        </p:txBody>
      </p:sp>
      <p:sp>
        <p:nvSpPr>
          <p:cNvPr id="484" name="Google Shape;484;g3f520f3c22e_2_361">
            <a:extLst xmlns:a="http://schemas.openxmlformats.org/drawingml/2006/main">
              <a:ext uri="{FF2B5EF4-FFF2-40B4-BE49-F238E27FC236}">
                <a16:creationId xmlns:a16="http://schemas.microsoft.com/office/drawing/2014/main" id="{E58AB9B0-E1E7-48C7-8347-1DEF5FFE5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204" y="4930394"/>
            <a:ext cx="3717630" cy="1129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0" u="none" cap="none">
                <a:solidFill>
                  <a:srgbClr val="7E8FA6"/>
                </a:solidFill>
                <a:latin typeface="Calibri"/>
                <a:ea typeface="Calibri"/>
                <a:cs typeface="Calibri"/>
              </a:rPr>
              <a:t>Local funcional hoje; AWS, PCB e case orientados por gates.</a:t>
            </a:r>
          </a:p>
        </p:txBody>
      </p:sp>
      <p:sp>
        <p:nvSpPr>
          <p:cNvPr id="486" name="Google Shape;486;g3f520f3c22e_2_361">
            <a:extLst xmlns:a="http://schemas.openxmlformats.org/drawingml/2006/main">
              <a:ext uri="{FF2B5EF4-FFF2-40B4-BE49-F238E27FC236}">
                <a16:creationId xmlns:a16="http://schemas.microsoft.com/office/drawing/2014/main" id="{A833629F-4D36-4442-9A1A-9E18FBD43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0392" y="6461760"/>
            <a:ext cx="6703923" cy="304800"/>
          </a:xfrm>
          <a:custGeom xmlns:a="http://schemas.openxmlformats.org/drawingml/2006/main">
            <a:rect l="l" t="t" r="r" b="b"/>
            <a:pathLst>
              <a:path w="13411200" h="609600">
                <a:moveTo>
                  <a:pt x="0" y="0"/>
                </a:moveTo>
                <a:lnTo>
                  <a:pt x="13411200" y="0"/>
                </a:lnTo>
                <a:lnTo>
                  <a:pt x="13411200" y="609600"/>
                </a:lnTo>
                <a:lnTo>
                  <a:pt x="0" y="609600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d14ba68d29014b04">
              <a:alphaModFix amt="0"/>
            </a:blip>
            <a:stretch>
              <a:fillRect l="0" t="-378669" r="0" b="-378669"/>
            </a:stretch>
          </a:blipFill>
          <a:ln xmlns:a="http://schemas.openxmlformats.org/drawingml/2006/main">
            <a:noFill/>
          </a:ln>
        </p:spPr>
      </p:sp>
      <p:sp>
        <p:nvSpPr>
          <p:cNvPr id="487" name="Google Shape;487;g3f520f3c22e_2_361">
            <a:extLst xmlns:a="http://schemas.openxmlformats.org/drawingml/2006/main">
              <a:ext uri="{FF2B5EF4-FFF2-40B4-BE49-F238E27FC236}">
                <a16:creationId xmlns:a16="http://schemas.microsoft.com/office/drawing/2014/main" id="{0E7F34AE-9024-425B-B8D6-22904EB7E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0392" y="6442710"/>
            <a:ext cx="6703923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cap="none">
                <a:solidFill>
                  <a:srgbClr val="7E8FA6"/>
                </a:solidFill>
                <a:latin typeface="Calibri"/>
                <a:ea typeface="Calibri"/>
                <a:cs typeface="Calibri"/>
              </a:rPr>
              <a:t>Air Sense · ESP-WROOM-32 · qualidade do ar · protótipo acadêmico</a:t>
            </a:r>
          </a:p>
        </p:txBody>
      </p:sp>
      <p:sp>
        <p:nvSpPr>
          <p:cNvPr id="489" name="Google Shape;489;g3f520f3c22e_2_361">
            <a:extLst xmlns:a="http://schemas.openxmlformats.org/drawingml/2006/main">
              <a:ext uri="{FF2B5EF4-FFF2-40B4-BE49-F238E27FC236}">
                <a16:creationId xmlns:a16="http://schemas.microsoft.com/office/drawing/2014/main" id="{2E31576B-EBB4-404C-B23A-C1559266F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09110" y="6461760"/>
            <a:ext cx="609448" cy="304800"/>
          </a:xfrm>
          <a:custGeom xmlns:a="http://schemas.openxmlformats.org/drawingml/2006/main">
            <a:rect l="l" t="t" r="r" b="b"/>
            <a:pathLst>
              <a:path w="1219200" h="609600">
                <a:moveTo>
                  <a:pt x="0" y="0"/>
                </a:moveTo>
                <a:lnTo>
                  <a:pt x="1219200" y="0"/>
                </a:lnTo>
                <a:lnTo>
                  <a:pt x="1219200" y="609600"/>
                </a:lnTo>
                <a:lnTo>
                  <a:pt x="0" y="609600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d14ba68d29014b04">
              <a:alphaModFix amt="0"/>
            </a:blip>
            <a:stretch>
              <a:fillRect l="-14150" t="0" r="-14150" b="0"/>
            </a:stretch>
          </a:blipFill>
          <a:ln xmlns:a="http://schemas.openxmlformats.org/drawingml/2006/main">
            <a:noFill/>
          </a:ln>
        </p:spPr>
      </p:sp>
      <p:sp>
        <p:nvSpPr>
          <p:cNvPr id="490" name="Google Shape;490;g3f520f3c22e_2_361">
            <a:extLst xmlns:a="http://schemas.openxmlformats.org/drawingml/2006/main">
              <a:ext uri="{FF2B5EF4-FFF2-40B4-BE49-F238E27FC236}">
                <a16:creationId xmlns:a16="http://schemas.microsoft.com/office/drawing/2014/main" id="{AD9A97D1-A599-4B01-B9B6-4FF603211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09110" y="6442710"/>
            <a:ext cx="609448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cap="none">
                <a:solidFill>
                  <a:srgbClr val="7E8FA6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67826763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F2C4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13" name="Google Shape;1013;g3f520f3c22e_2_909">
            <a:extLst xmlns:a="http://schemas.openxmlformats.org/drawingml/2006/main">
              <a:ext uri="{FF2B5EF4-FFF2-40B4-BE49-F238E27FC236}">
                <a16:creationId xmlns:a16="http://schemas.microsoft.com/office/drawing/2014/main" id="{F76E0C9E-DE51-4553-8ADB-E265B8492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97470" cy="6858000"/>
          </a:xfrm>
          <a:custGeom xmlns:a="http://schemas.openxmlformats.org/drawingml/2006/main">
            <a:rect l="l" t="t" r="r" b="b"/>
            <a:pathLst>
              <a:path w="9997440" h="13716000">
                <a:moveTo>
                  <a:pt x="0" y="0"/>
                </a:moveTo>
                <a:lnTo>
                  <a:pt x="9997440" y="0"/>
                </a:lnTo>
                <a:lnTo>
                  <a:pt x="9997440" y="13716000"/>
                </a:lnTo>
                <a:lnTo>
                  <a:pt x="0" y="13716000"/>
                </a:lnTo>
                <a:close/>
              </a:path>
            </a:pathLst>
          </a:custGeom>
          <a:solidFill xmlns:a="http://schemas.openxmlformats.org/drawingml/2006/main">
            <a:srgbClr val="10345B"/>
          </a:solidFill>
          <a:ln xmlns:a="http://schemas.openxmlformats.org/drawingml/2006/main">
            <a:noFill/>
          </a:ln>
        </p:spPr>
      </p:sp>
      <p:sp>
        <p:nvSpPr>
          <p:cNvPr id="1014" name="Google Shape;1014;g3f520f3c22e_2_909">
            <a:extLst xmlns:a="http://schemas.openxmlformats.org/drawingml/2006/main">
              <a:ext uri="{FF2B5EF4-FFF2-40B4-BE49-F238E27FC236}">
                <a16:creationId xmlns:a16="http://schemas.microsoft.com/office/drawing/2014/main" id="{F83F3F69-E971-4103-A7DB-711F01367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337" y="4754880"/>
            <a:ext cx="731337" cy="658368"/>
          </a:xfrm>
          <a:custGeom xmlns:a="http://schemas.openxmlformats.org/drawingml/2006/main">
            <a:rect l="l" t="t" r="r" b="b"/>
            <a:pathLst>
              <a:path w="1463040" h="1316736">
                <a:moveTo>
                  <a:pt x="0" y="658368"/>
                </a:moveTo>
                <a:lnTo>
                  <a:pt x="329184" y="0"/>
                </a:lnTo>
                <a:lnTo>
                  <a:pt x="1133856" y="0"/>
                </a:lnTo>
                <a:lnTo>
                  <a:pt x="1463040" y="658368"/>
                </a:lnTo>
                <a:lnTo>
                  <a:pt x="1133856" y="1316736"/>
                </a:lnTo>
                <a:lnTo>
                  <a:pt x="329184" y="1316736"/>
                </a:lnTo>
                <a:close/>
              </a:path>
            </a:pathLst>
          </a:custGeom>
          <a:solidFill xmlns:a="http://schemas.openxmlformats.org/drawingml/2006/main">
            <a:srgbClr val="38BDF8"/>
          </a:solidFill>
          <a:ln xmlns:a="http://schemas.openxmlformats.org/drawingml/2006/main">
            <a:noFill/>
          </a:ln>
        </p:spPr>
      </p:sp>
      <p:sp>
        <p:nvSpPr>
          <p:cNvPr id="1015" name="Google Shape;1015;g3f520f3c22e_2_909">
            <a:extLst xmlns:a="http://schemas.openxmlformats.org/drawingml/2006/main">
              <a:ext uri="{FF2B5EF4-FFF2-40B4-BE49-F238E27FC236}">
                <a16:creationId xmlns:a16="http://schemas.microsoft.com/office/drawing/2014/main" id="{707F8148-55AC-499B-A6CC-F17529CBD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508" y="5303520"/>
            <a:ext cx="487558" cy="438912"/>
          </a:xfrm>
          <a:custGeom xmlns:a="http://schemas.openxmlformats.org/drawingml/2006/main">
            <a:rect l="l" t="t" r="r" b="b"/>
            <a:pathLst>
              <a:path w="975360" h="877824">
                <a:moveTo>
                  <a:pt x="0" y="438912"/>
                </a:moveTo>
                <a:lnTo>
                  <a:pt x="219456" y="0"/>
                </a:lnTo>
                <a:lnTo>
                  <a:pt x="755904" y="0"/>
                </a:lnTo>
                <a:lnTo>
                  <a:pt x="975360" y="438912"/>
                </a:lnTo>
                <a:lnTo>
                  <a:pt x="755904" y="877824"/>
                </a:lnTo>
                <a:lnTo>
                  <a:pt x="219456" y="877824"/>
                </a:lnTo>
                <a:close/>
              </a:path>
            </a:pathLst>
          </a:custGeom>
          <a:solidFill xmlns:a="http://schemas.openxmlformats.org/drawingml/2006/main">
            <a:srgbClr val="23507F"/>
          </a:solidFill>
          <a:ln xmlns:a="http://schemas.openxmlformats.org/drawingml/2006/main">
            <a:noFill/>
          </a:ln>
        </p:spPr>
      </p:sp>
      <p:sp>
        <p:nvSpPr>
          <p:cNvPr id="1017" name="Google Shape;1017;g3f520f3c22e_2_909">
            <a:extLst xmlns:a="http://schemas.openxmlformats.org/drawingml/2006/main">
              <a:ext uri="{FF2B5EF4-FFF2-40B4-BE49-F238E27FC236}">
                <a16:creationId xmlns:a16="http://schemas.microsoft.com/office/drawing/2014/main" id="{FF5178C9-D454-45A0-BD8B-782C4775D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0392" y="1645919"/>
            <a:ext cx="3900464" cy="1950719"/>
          </a:xfrm>
          <a:custGeom xmlns:a="http://schemas.openxmlformats.org/drawingml/2006/main">
            <a:rect l="l" t="t" r="r" b="b"/>
            <a:pathLst>
              <a:path w="7802880" h="3901440">
                <a:moveTo>
                  <a:pt x="0" y="0"/>
                </a:moveTo>
                <a:lnTo>
                  <a:pt x="7802880" y="0"/>
                </a:lnTo>
                <a:lnTo>
                  <a:pt x="7802880" y="3901440"/>
                </a:lnTo>
                <a:lnTo>
                  <a:pt x="0" y="3901440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3292e1810c5e4650">
              <a:alphaModFix amt="0"/>
            </a:blip>
            <a:stretch>
              <a:fillRect l="-14150" t="0" r="-14150" b="0"/>
            </a:stretch>
          </a:blipFill>
          <a:ln xmlns:a="http://schemas.openxmlformats.org/drawingml/2006/main">
            <a:noFill/>
          </a:ln>
        </p:spPr>
      </p:sp>
      <p:sp>
        <p:nvSpPr>
          <p:cNvPr id="1018" name="Google Shape;1018;g3f520f3c22e_2_909">
            <a:extLst xmlns:a="http://schemas.openxmlformats.org/drawingml/2006/main">
              <a:ext uri="{FF2B5EF4-FFF2-40B4-BE49-F238E27FC236}">
                <a16:creationId xmlns:a16="http://schemas.microsoft.com/office/drawing/2014/main" id="{6AFD803F-42BF-4A9F-A2A4-B8CA5A1EA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0392" y="1460182"/>
            <a:ext cx="3900464" cy="21364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300" b="1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1020" name="Google Shape;1020;g3f520f3c22e_2_909">
            <a:extLst xmlns:a="http://schemas.openxmlformats.org/drawingml/2006/main">
              <a:ext uri="{FF2B5EF4-FFF2-40B4-BE49-F238E27FC236}">
                <a16:creationId xmlns:a16="http://schemas.microsoft.com/office/drawing/2014/main" id="{3FBB98F9-3270-465F-9FFE-B6C0026D2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1337" y="1280160"/>
            <a:ext cx="3047238" cy="365760"/>
          </a:xfrm>
          <a:custGeom xmlns:a="http://schemas.openxmlformats.org/drawingml/2006/main">
            <a:rect l="l" t="t" r="r" b="b"/>
            <a:pathLst>
              <a:path w="6096000" h="731520">
                <a:moveTo>
                  <a:pt x="0" y="0"/>
                </a:moveTo>
                <a:lnTo>
                  <a:pt x="6096000" y="0"/>
                </a:lnTo>
                <a:lnTo>
                  <a:pt x="6096000" y="731520"/>
                </a:lnTo>
                <a:lnTo>
                  <a:pt x="0" y="731520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3292e1810c5e4650">
              <a:alphaModFix amt="0"/>
            </a:blip>
            <a:stretch>
              <a:fillRect l="0" t="-112380" r="0" b="-112380"/>
            </a:stretch>
          </a:blipFill>
          <a:ln xmlns:a="http://schemas.openxmlformats.org/drawingml/2006/main">
            <a:noFill/>
          </a:ln>
        </p:spPr>
      </p:sp>
      <p:sp>
        <p:nvSpPr>
          <p:cNvPr id="1021" name="Google Shape;1021;g3f520f3c22e_2_909">
            <a:extLst xmlns:a="http://schemas.openxmlformats.org/drawingml/2006/main">
              <a:ext uri="{FF2B5EF4-FFF2-40B4-BE49-F238E27FC236}">
                <a16:creationId xmlns:a16="http://schemas.microsoft.com/office/drawing/2014/main" id="{EA4AD0D6-B5AF-405F-A657-27D991A81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1337" y="1261110"/>
            <a:ext cx="3047238" cy="3848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 u="none" cap="none">
                <a:solidFill>
                  <a:srgbClr val="38BDF8"/>
                </a:solidFill>
                <a:latin typeface="Calibri"/>
                <a:ea typeface="Calibri"/>
                <a:cs typeface="Calibri"/>
              </a:rPr>
              <a:t>SEÇÃO</a:t>
            </a:r>
          </a:p>
        </p:txBody>
      </p:sp>
      <p:sp>
        <p:nvSpPr>
          <p:cNvPr id="1022" name="Google Shape;1022;g3f520f3c22e_2_909">
            <a:extLst xmlns:a="http://schemas.openxmlformats.org/drawingml/2006/main">
              <a:ext uri="{FF2B5EF4-FFF2-40B4-BE49-F238E27FC236}">
                <a16:creationId xmlns:a16="http://schemas.microsoft.com/office/drawing/2014/main" id="{F1157397-1347-446F-8866-3936F4643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6917" y="2404110"/>
            <a:ext cx="5972586" cy="1755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800" b="1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Arquitetura e implementação</a:t>
            </a:r>
          </a:p>
        </p:txBody>
      </p:sp>
      <p:sp>
        <p:nvSpPr>
          <p:cNvPr id="1024" name="Google Shape;1024;g3f520f3c22e_2_909">
            <a:extLst xmlns:a="http://schemas.openxmlformats.org/drawingml/2006/main">
              <a:ext uri="{FF2B5EF4-FFF2-40B4-BE49-F238E27FC236}">
                <a16:creationId xmlns:a16="http://schemas.microsoft.com/office/drawing/2014/main" id="{D4C184B2-B665-426C-B667-DA7D4360A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606917" y="3840480"/>
            <a:ext cx="5606917" cy="975360"/>
          </a:xfrm>
          <a:custGeom xmlns:a="http://schemas.openxmlformats.org/drawingml/2006/main">
            <a:rect l="l" t="t" r="r" b="b"/>
            <a:pathLst>
              <a:path w="11216640" h="1950720">
                <a:moveTo>
                  <a:pt x="0" y="0"/>
                </a:moveTo>
                <a:lnTo>
                  <a:pt x="11216640" y="0"/>
                </a:lnTo>
                <a:lnTo>
                  <a:pt x="11216640" y="1950720"/>
                </a:lnTo>
                <a:lnTo>
                  <a:pt x="0" y="1950720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3292e1810c5e4650">
              <a:alphaModFix amt="0"/>
            </a:blip>
            <a:stretch>
              <a:fillRect l="0" t="-62037" r="0" b="-62037"/>
            </a:stretch>
          </a:blipFill>
          <a:ln xmlns:a="http://schemas.openxmlformats.org/drawingml/2006/main">
            <a:noFill/>
          </a:ln>
        </p:spPr>
      </p:sp>
      <p:sp>
        <p:nvSpPr>
          <p:cNvPr id="1025" name="Google Shape;1025;g3f520f3c22e_2_909">
            <a:extLst xmlns:a="http://schemas.openxmlformats.org/drawingml/2006/main">
              <a:ext uri="{FF2B5EF4-FFF2-40B4-BE49-F238E27FC236}">
                <a16:creationId xmlns:a16="http://schemas.microsoft.com/office/drawing/2014/main" id="{3D583586-1700-4D7D-8B4E-E457A091B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606917" y="3811905"/>
            <a:ext cx="5606917" cy="10039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0" i="0" u="none" cap="none">
                <a:solidFill>
                  <a:srgbClr val="AFC4DC"/>
                </a:solidFill>
                <a:latin typeface="Calibri"/>
                <a:ea typeface="Calibri"/>
                <a:cs typeface="Calibri"/>
              </a:rPr>
              <a:t>Do sinal do sensor a uma decisão visual rastreável.</a:t>
            </a:r>
          </a:p>
        </p:txBody>
      </p:sp>
      <p:sp>
        <p:nvSpPr>
          <p:cNvPr id="1026" name="Google Shape;1026;g3f520f3c22e_2_909">
            <a:extLst xmlns:a="http://schemas.openxmlformats.org/drawingml/2006/main">
              <a:ext uri="{FF2B5EF4-FFF2-40B4-BE49-F238E27FC236}">
                <a16:creationId xmlns:a16="http://schemas.microsoft.com/office/drawing/2014/main" id="{BA5DDA11-A3E9-402F-8EDA-B7ECA763E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6917" y="1767840"/>
            <a:ext cx="536314" cy="536448"/>
          </a:xfrm>
          <a:custGeom xmlns:a="http://schemas.openxmlformats.org/drawingml/2006/main">
            <a:rect l="l" t="t" r="r" b="b"/>
            <a:pathLst>
              <a:path w="1072896" h="1072896">
                <a:moveTo>
                  <a:pt x="0" y="0"/>
                </a:moveTo>
                <a:lnTo>
                  <a:pt x="1072896" y="0"/>
                </a:lnTo>
                <a:lnTo>
                  <a:pt x="1072896" y="1072896"/>
                </a:lnTo>
                <a:lnTo>
                  <a:pt x="0" y="1072896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22b4169e51914ddf">
              <a:alphaModFix/>
            </a:blip>
            <a:stretch>
              <a:fillRect l="0" t="0" r="0" b="0"/>
            </a:stretch>
          </a:blipFill>
          <a:ln xmlns:a="http://schemas.openxmlformats.org/drawingml/2006/main">
            <a:noFill/>
          </a:ln>
        </p:spPr>
      </p:sp>
      <p:sp>
        <p:nvSpPr>
          <p:cNvPr id="1028" name="Google Shape;1028;g3f520f3c22e_2_909">
            <a:extLst xmlns:a="http://schemas.openxmlformats.org/drawingml/2006/main">
              <a:ext uri="{FF2B5EF4-FFF2-40B4-BE49-F238E27FC236}">
                <a16:creationId xmlns:a16="http://schemas.microsoft.com/office/drawing/2014/main" id="{6E5D0FF4-FEC9-4157-9D25-3DF62A556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1337" y="6461760"/>
            <a:ext cx="6703923" cy="304800"/>
          </a:xfrm>
          <a:custGeom xmlns:a="http://schemas.openxmlformats.org/drawingml/2006/main">
            <a:rect l="l" t="t" r="r" b="b"/>
            <a:pathLst>
              <a:path w="13411200" h="609600">
                <a:moveTo>
                  <a:pt x="0" y="0"/>
                </a:moveTo>
                <a:lnTo>
                  <a:pt x="13411200" y="0"/>
                </a:lnTo>
                <a:lnTo>
                  <a:pt x="13411200" y="609600"/>
                </a:lnTo>
                <a:lnTo>
                  <a:pt x="0" y="609600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3292e1810c5e4650">
              <a:alphaModFix amt="0"/>
            </a:blip>
            <a:stretch>
              <a:fillRect l="0" t="-378669" r="0" b="-378669"/>
            </a:stretch>
          </a:blipFill>
          <a:ln xmlns:a="http://schemas.openxmlformats.org/drawingml/2006/main">
            <a:noFill/>
          </a:ln>
        </p:spPr>
      </p:sp>
      <p:sp>
        <p:nvSpPr>
          <p:cNvPr id="1029" name="Google Shape;1029;g3f520f3c22e_2_909">
            <a:extLst xmlns:a="http://schemas.openxmlformats.org/drawingml/2006/main">
              <a:ext uri="{FF2B5EF4-FFF2-40B4-BE49-F238E27FC236}">
                <a16:creationId xmlns:a16="http://schemas.microsoft.com/office/drawing/2014/main" id="{03586C02-B55B-4472-9076-3B10F2704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1337" y="6442710"/>
            <a:ext cx="6703923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cap="none">
                <a:solidFill>
                  <a:srgbClr val="6E85A3"/>
                </a:solidFill>
                <a:latin typeface="Calibri"/>
                <a:ea typeface="Calibri"/>
                <a:cs typeface="Calibri"/>
              </a:rPr>
              <a:t>Air Sense · ESP-WROOM-32 · qualidade do ar · protótipo acadêmico</a:t>
            </a:r>
          </a:p>
        </p:txBody>
      </p:sp>
      <p:sp>
        <p:nvSpPr>
          <p:cNvPr id="1031" name="Google Shape;1031;g3f520f3c22e_2_909">
            <a:extLst xmlns:a="http://schemas.openxmlformats.org/drawingml/2006/main">
              <a:ext uri="{FF2B5EF4-FFF2-40B4-BE49-F238E27FC236}">
                <a16:creationId xmlns:a16="http://schemas.microsoft.com/office/drawing/2014/main" id="{1C206885-9300-4B4B-8275-2188B5DAA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09110" y="6461760"/>
            <a:ext cx="609448" cy="304800"/>
          </a:xfrm>
          <a:custGeom xmlns:a="http://schemas.openxmlformats.org/drawingml/2006/main">
            <a:rect l="l" t="t" r="r" b="b"/>
            <a:pathLst>
              <a:path w="1219200" h="609600">
                <a:moveTo>
                  <a:pt x="0" y="0"/>
                </a:moveTo>
                <a:lnTo>
                  <a:pt x="1219200" y="0"/>
                </a:lnTo>
                <a:lnTo>
                  <a:pt x="1219200" y="609600"/>
                </a:lnTo>
                <a:lnTo>
                  <a:pt x="0" y="609600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3292e1810c5e4650">
              <a:alphaModFix amt="0"/>
            </a:blip>
            <a:stretch>
              <a:fillRect l="-14150" t="0" r="-14150" b="0"/>
            </a:stretch>
          </a:blipFill>
          <a:ln xmlns:a="http://schemas.openxmlformats.org/drawingml/2006/main">
            <a:noFill/>
          </a:ln>
        </p:spPr>
      </p:sp>
      <p:sp>
        <p:nvSpPr>
          <p:cNvPr id="1032" name="Google Shape;1032;g3f520f3c22e_2_909">
            <a:extLst xmlns:a="http://schemas.openxmlformats.org/drawingml/2006/main">
              <a:ext uri="{FF2B5EF4-FFF2-40B4-BE49-F238E27FC236}">
                <a16:creationId xmlns:a16="http://schemas.microsoft.com/office/drawing/2014/main" id="{E78AD18B-749A-4398-9BBA-70F314748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09110" y="6442710"/>
            <a:ext cx="609448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cap="none">
                <a:solidFill>
                  <a:srgbClr val="6E85A3"/>
                </a:solidFill>
                <a:latin typeface="Calibri"/>
                <a:ea typeface="Calibri"/>
                <a:cs typeface="Calibr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02069803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EEF3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37" name="Google Shape;1037;g3f520f3c22e_2_932">
            <a:extLst xmlns:a="http://schemas.openxmlformats.org/drawingml/2006/main">
              <a:ext uri="{FF2B5EF4-FFF2-40B4-BE49-F238E27FC236}">
                <a16:creationId xmlns:a16="http://schemas.microsoft.com/office/drawing/2014/main" id="{54D794E2-DDDF-49DF-8918-4C2BBA16F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392" y="609600"/>
            <a:ext cx="414424" cy="373063"/>
          </a:xfrm>
          <a:custGeom xmlns:a="http://schemas.openxmlformats.org/drawingml/2006/main">
            <a:rect l="l" t="t" r="r" b="b"/>
            <a:pathLst>
              <a:path w="829056" h="746125">
                <a:moveTo>
                  <a:pt x="0" y="373126"/>
                </a:moveTo>
                <a:lnTo>
                  <a:pt x="186563" y="0"/>
                </a:lnTo>
                <a:lnTo>
                  <a:pt x="642493" y="0"/>
                </a:lnTo>
                <a:lnTo>
                  <a:pt x="829056" y="373126"/>
                </a:lnTo>
                <a:lnTo>
                  <a:pt x="642493" y="746125"/>
                </a:lnTo>
                <a:lnTo>
                  <a:pt x="186563" y="746125"/>
                </a:lnTo>
                <a:close/>
              </a:path>
            </a:pathLst>
          </a:custGeom>
          <a:solidFill xmlns:a="http://schemas.openxmlformats.org/drawingml/2006/main">
            <a:srgbClr val="38BDF8"/>
          </a:solidFill>
          <a:ln xmlns:a="http://schemas.openxmlformats.org/drawingml/2006/main">
            <a:noFill/>
          </a:ln>
        </p:spPr>
      </p:sp>
      <p:sp>
        <p:nvSpPr>
          <p:cNvPr id="1039" name="Google Shape;1039;g3f520f3c22e_2_932">
            <a:extLst xmlns:a="http://schemas.openxmlformats.org/drawingml/2006/main">
              <a:ext uri="{FF2B5EF4-FFF2-40B4-BE49-F238E27FC236}">
                <a16:creationId xmlns:a16="http://schemas.microsoft.com/office/drawing/2014/main" id="{1942BEEA-A8DC-418B-B5CD-D00B31388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43273" y="573024"/>
            <a:ext cx="9263601" cy="316992"/>
          </a:xfrm>
          <a:custGeom xmlns:a="http://schemas.openxmlformats.org/drawingml/2006/main">
            <a:rect l="l" t="t" r="r" b="b"/>
            <a:pathLst>
              <a:path w="18531839" h="633984">
                <a:moveTo>
                  <a:pt x="0" y="0"/>
                </a:moveTo>
                <a:lnTo>
                  <a:pt x="18531839" y="0"/>
                </a:lnTo>
                <a:lnTo>
                  <a:pt x="18531839" y="633984"/>
                </a:lnTo>
                <a:lnTo>
                  <a:pt x="0" y="633984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4e9e26abc59b4c56">
              <a:alphaModFix amt="0"/>
            </a:blip>
            <a:stretch>
              <a:fillRect l="0" t="-519606" r="0" b="-519606"/>
            </a:stretch>
          </a:blipFill>
          <a:ln xmlns:a="http://schemas.openxmlformats.org/drawingml/2006/main">
            <a:noFill/>
          </a:ln>
        </p:spPr>
      </p:sp>
      <p:sp>
        <p:nvSpPr>
          <p:cNvPr id="1040" name="Google Shape;1040;g3f520f3c22e_2_932">
            <a:extLst xmlns:a="http://schemas.openxmlformats.org/drawingml/2006/main">
              <a:ext uri="{FF2B5EF4-FFF2-40B4-BE49-F238E27FC236}">
                <a16:creationId xmlns:a16="http://schemas.microsoft.com/office/drawing/2014/main" id="{CB089190-941D-44EF-B089-97A24CFFA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43273" y="549212"/>
            <a:ext cx="9263602" cy="3408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 u="none" cap="none">
                <a:solidFill>
                  <a:srgbClr val="4A6FA5"/>
                </a:solidFill>
                <a:latin typeface="Calibri"/>
                <a:ea typeface="Calibri"/>
                <a:cs typeface="Calibri"/>
              </a:rPr>
              <a:t>ARQUITETURA DA SOLUÇÃO</a:t>
            </a:r>
          </a:p>
        </p:txBody>
      </p:sp>
      <p:sp>
        <p:nvSpPr>
          <p:cNvPr id="1042" name="Google Shape;1042;g3f520f3c22e_2_932">
            <a:extLst xmlns:a="http://schemas.openxmlformats.org/drawingml/2006/main">
              <a:ext uri="{FF2B5EF4-FFF2-40B4-BE49-F238E27FC236}">
                <a16:creationId xmlns:a16="http://schemas.microsoft.com/office/drawing/2014/main" id="{138A3DDB-6778-46DB-84DA-1EA3E3A1F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0392" y="950975"/>
            <a:ext cx="10482496" cy="731520"/>
          </a:xfrm>
          <a:custGeom xmlns:a="http://schemas.openxmlformats.org/drawingml/2006/main">
            <a:rect l="l" t="t" r="r" b="b"/>
            <a:pathLst>
              <a:path w="20970239" h="1463040">
                <a:moveTo>
                  <a:pt x="0" y="0"/>
                </a:moveTo>
                <a:lnTo>
                  <a:pt x="20970239" y="0"/>
                </a:lnTo>
                <a:lnTo>
                  <a:pt x="20970239" y="1463040"/>
                </a:lnTo>
                <a:lnTo>
                  <a:pt x="0" y="1463040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4e9e26abc59b4c56">
              <a:alphaModFix amt="0"/>
            </a:blip>
            <a:stretch>
              <a:fillRect l="0" t="-229298" r="0" b="-229298"/>
            </a:stretch>
          </a:blipFill>
          <a:ln xmlns:a="http://schemas.openxmlformats.org/drawingml/2006/main">
            <a:noFill/>
          </a:ln>
        </p:spPr>
      </p:sp>
      <p:sp>
        <p:nvSpPr>
          <p:cNvPr id="1043" name="Google Shape;1043;g3f520f3c22e_2_932">
            <a:extLst xmlns:a="http://schemas.openxmlformats.org/drawingml/2006/main">
              <a:ext uri="{FF2B5EF4-FFF2-40B4-BE49-F238E27FC236}">
                <a16:creationId xmlns:a16="http://schemas.microsoft.com/office/drawing/2014/main" id="{4D37F651-85AE-438E-B14C-3DE35E184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0392" y="879538"/>
            <a:ext cx="10482497" cy="8029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400" b="1" i="0" u="none" cap="none">
                <a:solidFill>
                  <a:srgbClr val="0F2C4C"/>
                </a:solidFill>
                <a:latin typeface="Calibri"/>
                <a:ea typeface="Calibri"/>
                <a:cs typeface="Calibri"/>
              </a:rPr>
              <a:t>Uma cadeia, um contrato</a:t>
            </a:r>
          </a:p>
        </p:txBody>
      </p:sp>
      <p:sp>
        <p:nvSpPr>
          <p:cNvPr id="1044" name="Google Shape;1044;g3f520f3c22e_2_932">
            <a:extLst xmlns:a="http://schemas.openxmlformats.org/drawingml/2006/main">
              <a:ext uri="{FF2B5EF4-FFF2-40B4-BE49-F238E27FC236}">
                <a16:creationId xmlns:a16="http://schemas.microsoft.com/office/drawing/2014/main" id="{9E9412B0-7D08-475A-B185-B0AAAE8B6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810" y="1879175"/>
            <a:ext cx="10869369" cy="3861689"/>
          </a:xfrm>
          <a:custGeom xmlns:a="http://schemas.openxmlformats.org/drawingml/2006/main">
            <a:rect l="l" t="t" r="r" b="b"/>
            <a:pathLst>
              <a:path w="21744177" h="7723378">
                <a:moveTo>
                  <a:pt x="0" y="196215"/>
                </a:moveTo>
                <a:cubicBezTo>
                  <a:pt x="0" y="87884"/>
                  <a:pt x="87884" y="0"/>
                  <a:pt x="196215" y="0"/>
                </a:cubicBezTo>
                <a:lnTo>
                  <a:pt x="21547962" y="0"/>
                </a:lnTo>
                <a:cubicBezTo>
                  <a:pt x="21656294" y="0"/>
                  <a:pt x="21744177" y="87884"/>
                  <a:pt x="21744177" y="196215"/>
                </a:cubicBezTo>
                <a:lnTo>
                  <a:pt x="21744177" y="7527163"/>
                </a:lnTo>
                <a:cubicBezTo>
                  <a:pt x="21744177" y="7635494"/>
                  <a:pt x="21656294" y="7723378"/>
                  <a:pt x="21547962" y="7723378"/>
                </a:cubicBezTo>
                <a:lnTo>
                  <a:pt x="196215" y="7723378"/>
                </a:lnTo>
                <a:cubicBezTo>
                  <a:pt x="87884" y="7723251"/>
                  <a:pt x="0" y="7635494"/>
                  <a:pt x="0" y="7527163"/>
                </a:cubicBezTo>
                <a:close/>
              </a:path>
            </a:pathLst>
          </a:custGeom>
          <a:solidFill xmlns:a="http://schemas.openxmlformats.org/drawingml/2006/main">
            <a:srgbClr val="F7FAFD"/>
          </a:solidFill>
          <a:ln xmlns:a="http://schemas.openxmlformats.org/drawingml/2006/main" w="31750" cmpd="sng">
            <a:solidFill>
              <a:srgbClr val="A9C1DC"/>
            </a:solidFill>
            <a:prstDash val="dash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60950" tIns="60950" rIns="60950" bIns="6095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047" name="Google Shape;1047;g3f520f3c22e_2_932">
            <a:extLst xmlns:a="http://schemas.openxmlformats.org/drawingml/2006/main">
              <a:ext uri="{FF2B5EF4-FFF2-40B4-BE49-F238E27FC236}">
                <a16:creationId xmlns:a16="http://schemas.microsoft.com/office/drawing/2014/main" id="{A24D51BB-9D91-4480-9524-89A967A12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4171" y="3870960"/>
            <a:ext cx="10360608" cy="365760"/>
          </a:xfrm>
          <a:custGeom xmlns:a="http://schemas.openxmlformats.org/drawingml/2006/main">
            <a:rect l="l" t="t" r="r" b="b"/>
            <a:pathLst>
              <a:path w="20726400" h="731520">
                <a:moveTo>
                  <a:pt x="0" y="0"/>
                </a:moveTo>
                <a:lnTo>
                  <a:pt x="20726400" y="0"/>
                </a:lnTo>
                <a:lnTo>
                  <a:pt x="20726400" y="731520"/>
                </a:lnTo>
                <a:lnTo>
                  <a:pt x="0" y="731520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4e9e26abc59b4c56">
              <a:alphaModFix amt="0"/>
            </a:blip>
            <a:stretch>
              <a:fillRect l="0" t="-502120" r="0" b="-502120"/>
            </a:stretch>
          </a:blipFill>
          <a:ln xmlns:a="http://schemas.openxmlformats.org/drawingml/2006/main">
            <a:noFill/>
          </a:ln>
        </p:spPr>
      </p:sp>
      <p:sp>
        <p:nvSpPr>
          <p:cNvPr id="1048" name="Google Shape;1048;g3f520f3c22e_2_932">
            <a:extLst xmlns:a="http://schemas.openxmlformats.org/drawingml/2006/main">
              <a:ext uri="{FF2B5EF4-FFF2-40B4-BE49-F238E27FC236}">
                <a16:creationId xmlns:a16="http://schemas.microsoft.com/office/drawing/2014/main" id="{A1FA5887-A3B9-42EE-888F-F5521B753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4171" y="3842385"/>
            <a:ext cx="10360608" cy="3943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 i="0" u="none" cap="none">
                <a:solidFill>
                  <a:srgbClr val="7E8FA6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1050" name="Google Shape;1050;g3f520f3c22e_2_932">
            <a:extLst xmlns:a="http://schemas.openxmlformats.org/drawingml/2006/main">
              <a:ext uri="{FF2B5EF4-FFF2-40B4-BE49-F238E27FC236}">
                <a16:creationId xmlns:a16="http://schemas.microsoft.com/office/drawing/2014/main" id="{0F1E789B-BFEB-4FCE-81BB-5AB231E7C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4171" y="4224528"/>
            <a:ext cx="10360608" cy="292608"/>
          </a:xfrm>
          <a:custGeom xmlns:a="http://schemas.openxmlformats.org/drawingml/2006/main">
            <a:rect l="l" t="t" r="r" b="b"/>
            <a:pathLst>
              <a:path w="20726400" h="585216">
                <a:moveTo>
                  <a:pt x="0" y="0"/>
                </a:moveTo>
                <a:lnTo>
                  <a:pt x="20726400" y="0"/>
                </a:lnTo>
                <a:lnTo>
                  <a:pt x="20726400" y="585216"/>
                </a:lnTo>
                <a:lnTo>
                  <a:pt x="0" y="585216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4e9e26abc59b4c56">
              <a:alphaModFix amt="0"/>
            </a:blip>
            <a:stretch>
              <a:fillRect l="0" t="-640036" r="0" b="-640036"/>
            </a:stretch>
          </a:blipFill>
          <a:ln xmlns:a="http://schemas.openxmlformats.org/drawingml/2006/main">
            <a:noFill/>
          </a:ln>
        </p:spPr>
      </p:sp>
      <p:sp>
        <p:nvSpPr>
          <p:cNvPr id="1051" name="Google Shape;1051;g3f520f3c22e_2_932">
            <a:extLst xmlns:a="http://schemas.openxmlformats.org/drawingml/2006/main">
              <a:ext uri="{FF2B5EF4-FFF2-40B4-BE49-F238E27FC236}">
                <a16:creationId xmlns:a16="http://schemas.microsoft.com/office/drawing/2014/main" id="{2029F03B-8910-46A6-9CF8-1A4234D42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4171" y="4205478"/>
            <a:ext cx="10360608" cy="3116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1" u="none" cap="none">
                <a:solidFill>
                  <a:srgbClr val="7E8FA6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1053" name="Google Shape;1053;g3f520f3c22e_2_932">
            <a:extLst xmlns:a="http://schemas.openxmlformats.org/drawingml/2006/main">
              <a:ext uri="{FF2B5EF4-FFF2-40B4-BE49-F238E27FC236}">
                <a16:creationId xmlns:a16="http://schemas.microsoft.com/office/drawing/2014/main" id="{1B263852-B3FD-495E-AFEF-F0657E4D3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0392" y="5913120"/>
            <a:ext cx="10848166" cy="365760"/>
          </a:xfrm>
          <a:custGeom xmlns:a="http://schemas.openxmlformats.org/drawingml/2006/main">
            <a:rect l="l" t="t" r="r" b="b"/>
            <a:pathLst>
              <a:path w="21701761" h="731520">
                <a:moveTo>
                  <a:pt x="0" y="0"/>
                </a:moveTo>
                <a:lnTo>
                  <a:pt x="21701761" y="0"/>
                </a:lnTo>
                <a:lnTo>
                  <a:pt x="21701761" y="731520"/>
                </a:lnTo>
                <a:lnTo>
                  <a:pt x="0" y="731520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4e9e26abc59b4c56">
              <a:alphaModFix amt="0"/>
            </a:blip>
            <a:stretch>
              <a:fillRect l="0" t="-528035" r="0" b="-528035"/>
            </a:stretch>
          </a:blipFill>
          <a:ln xmlns:a="http://schemas.openxmlformats.org/drawingml/2006/main">
            <a:noFill/>
          </a:ln>
        </p:spPr>
      </p:sp>
      <p:sp>
        <p:nvSpPr>
          <p:cNvPr id="1054" name="Google Shape;1054;g3f520f3c22e_2_932">
            <a:extLst xmlns:a="http://schemas.openxmlformats.org/drawingml/2006/main">
              <a:ext uri="{FF2B5EF4-FFF2-40B4-BE49-F238E27FC236}">
                <a16:creationId xmlns:a16="http://schemas.microsoft.com/office/drawing/2014/main" id="{18246546-56AB-4EB7-B221-16285002A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0392" y="5894070"/>
            <a:ext cx="10848165" cy="3848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1" u="none" cap="none">
                <a:solidFill>
                  <a:srgbClr val="7E8FA6"/>
                </a:solidFill>
                <a:latin typeface="Calibri"/>
                <a:ea typeface="Calibri"/>
                <a:cs typeface="Calibri"/>
              </a:rPr>
              <a:t>Firmware, simulador, backend e clientes compartilham o contrato v1.1; a nuvem mantém o evento bruto e o estado atual.</a:t>
            </a:r>
          </a:p>
        </p:txBody>
      </p:sp>
      <p:sp>
        <p:nvSpPr>
          <p:cNvPr id="1056" name="Google Shape;1056;g3f520f3c22e_2_932">
            <a:extLst xmlns:a="http://schemas.openxmlformats.org/drawingml/2006/main">
              <a:ext uri="{FF2B5EF4-FFF2-40B4-BE49-F238E27FC236}">
                <a16:creationId xmlns:a16="http://schemas.microsoft.com/office/drawing/2014/main" id="{28C33653-9938-42EE-BB5C-08D57FA46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0392" y="6461760"/>
            <a:ext cx="6703923" cy="304800"/>
          </a:xfrm>
          <a:custGeom xmlns:a="http://schemas.openxmlformats.org/drawingml/2006/main">
            <a:rect l="l" t="t" r="r" b="b"/>
            <a:pathLst>
              <a:path w="13411200" h="609600">
                <a:moveTo>
                  <a:pt x="0" y="0"/>
                </a:moveTo>
                <a:lnTo>
                  <a:pt x="13411200" y="0"/>
                </a:lnTo>
                <a:lnTo>
                  <a:pt x="13411200" y="609600"/>
                </a:lnTo>
                <a:lnTo>
                  <a:pt x="0" y="609600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4e9e26abc59b4c56">
              <a:alphaModFix amt="0"/>
            </a:blip>
            <a:stretch>
              <a:fillRect l="0" t="-378669" r="0" b="-378669"/>
            </a:stretch>
          </a:blipFill>
          <a:ln xmlns:a="http://schemas.openxmlformats.org/drawingml/2006/main">
            <a:noFill/>
          </a:ln>
        </p:spPr>
      </p:sp>
      <p:sp>
        <p:nvSpPr>
          <p:cNvPr id="1057" name="Google Shape;1057;g3f520f3c22e_2_932">
            <a:extLst xmlns:a="http://schemas.openxmlformats.org/drawingml/2006/main">
              <a:ext uri="{FF2B5EF4-FFF2-40B4-BE49-F238E27FC236}">
                <a16:creationId xmlns:a16="http://schemas.microsoft.com/office/drawing/2014/main" id="{CAB68E10-A5F7-4BE5-9EEC-CCA37AF40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0392" y="6442710"/>
            <a:ext cx="6703923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cap="none">
                <a:solidFill>
                  <a:srgbClr val="7E8FA6"/>
                </a:solidFill>
                <a:latin typeface="Calibri"/>
                <a:ea typeface="Calibri"/>
                <a:cs typeface="Calibri"/>
              </a:rPr>
              <a:t>Air Sense · ESP-WROOM-32 · qualidade do ar · protótipo acadêmico</a:t>
            </a:r>
          </a:p>
        </p:txBody>
      </p:sp>
      <p:sp>
        <p:nvSpPr>
          <p:cNvPr id="1059" name="Google Shape;1059;g3f520f3c22e_2_932">
            <a:extLst xmlns:a="http://schemas.openxmlformats.org/drawingml/2006/main">
              <a:ext uri="{FF2B5EF4-FFF2-40B4-BE49-F238E27FC236}">
                <a16:creationId xmlns:a16="http://schemas.microsoft.com/office/drawing/2014/main" id="{2A617F3E-126F-4D01-B91D-EED0CC715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09110" y="6461760"/>
            <a:ext cx="609448" cy="304800"/>
          </a:xfrm>
          <a:custGeom xmlns:a="http://schemas.openxmlformats.org/drawingml/2006/main">
            <a:rect l="l" t="t" r="r" b="b"/>
            <a:pathLst>
              <a:path w="1219200" h="609600">
                <a:moveTo>
                  <a:pt x="0" y="0"/>
                </a:moveTo>
                <a:lnTo>
                  <a:pt x="1219200" y="0"/>
                </a:lnTo>
                <a:lnTo>
                  <a:pt x="1219200" y="609600"/>
                </a:lnTo>
                <a:lnTo>
                  <a:pt x="0" y="609600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4e9e26abc59b4c56">
              <a:alphaModFix amt="0"/>
            </a:blip>
            <a:stretch>
              <a:fillRect l="-14150" t="0" r="-14150" b="0"/>
            </a:stretch>
          </a:blipFill>
          <a:ln xmlns:a="http://schemas.openxmlformats.org/drawingml/2006/main">
            <a:noFill/>
          </a:ln>
        </p:spPr>
      </p:sp>
      <p:sp>
        <p:nvSpPr>
          <p:cNvPr id="1060" name="Google Shape;1060;g3f520f3c22e_2_932">
            <a:extLst xmlns:a="http://schemas.openxmlformats.org/drawingml/2006/main">
              <a:ext uri="{FF2B5EF4-FFF2-40B4-BE49-F238E27FC236}">
                <a16:creationId xmlns:a16="http://schemas.microsoft.com/office/drawing/2014/main" id="{DC858E28-9920-4C8B-A6BD-9F65DA752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09110" y="6442710"/>
            <a:ext cx="609448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cap="none">
                <a:solidFill>
                  <a:srgbClr val="7E8FA6"/>
                </a:solidFill>
                <a:latin typeface="Calibri"/>
                <a:ea typeface="Calibri"/>
                <a:cs typeface="Calibri"/>
              </a:rPr>
              <a:t>06</a:t>
            </a:r>
          </a:p>
        </p:txBody>
      </p:sp>
      <p:sp>
        <p:nvSpPr>
          <p:cNvPr id="1061" name="">
            <a:extLst xmlns:a="http://schemas.openxmlformats.org/drawingml/2006/main">
              <a:ext uri="{FF2B5EF4-FFF2-40B4-BE49-F238E27FC236}">
                <a16:creationId xmlns:a16="http://schemas.microsoft.com/office/drawing/2014/main" id="{9D9303D3-454F-4517-96D4-BAA92BC7B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571750"/>
            <a:ext cx="14287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8EABC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F2C4C"/>
                </a:solidFill>
              </a:defRPr>
            </a:pPr>
            <a:r>
              <a:rPr sz="1200" b="1">
                <a:solidFill>
                  <a:srgbClr val="0F2C4C"/>
                </a:solidFill>
              </a:rPr>
              <a:t>SENSORES</a:t>
            </a:r>
          </a:p>
          <a:p xmlns:a="http://schemas.openxmlformats.org/drawingml/2006/main">
            <a:pPr algn="ctr">
              <a:defRPr sz="1200" b="1">
                <a:solidFill>
                  <a:srgbClr val="0F2C4C"/>
                </a:solidFill>
              </a:defRPr>
            </a:pPr>
            <a:r>
              <a:rPr sz="1200" b="1">
                <a:solidFill>
                  <a:srgbClr val="0F2C4C"/>
                </a:solidFill>
              </a:rPr>
              <a:t>HIL / físicos</a:t>
            </a:r>
          </a:p>
        </p:txBody>
      </p:sp>
      <p:sp>
        <p:nvSpPr>
          <p:cNvPr id="1062" name="">
            <a:extLst xmlns:a="http://schemas.openxmlformats.org/drawingml/2006/main">
              <a:ext uri="{FF2B5EF4-FFF2-40B4-BE49-F238E27FC236}">
                <a16:creationId xmlns:a16="http://schemas.microsoft.com/office/drawing/2014/main" id="{8B82A325-D881-4B2F-A5EC-3BA35175B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857500"/>
            <a:ext cx="4953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  <a:prstDash val="solid"/>
          </a:ln>
        </p:spPr>
      </p:sp>
      <p:sp>
        <p:nvSpPr>
          <p:cNvPr id="1063" name="">
            <a:extLst xmlns:a="http://schemas.openxmlformats.org/drawingml/2006/main">
              <a:ext uri="{FF2B5EF4-FFF2-40B4-BE49-F238E27FC236}">
                <a16:creationId xmlns:a16="http://schemas.microsoft.com/office/drawing/2014/main" id="{DB84A94B-6B66-461F-BE70-D3372968B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571750"/>
            <a:ext cx="1571625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0F2C4C"/>
          </a:solidFill>
          <a:ln xmlns:a="http://schemas.openxmlformats.org/drawingml/2006/main" w="14288">
            <a:solidFill>
              <a:srgbClr val="8EABC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ESP32</a:t>
            </a:r>
          </a:p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HAL + v1.1</a:t>
            </a:r>
          </a:p>
        </p:txBody>
      </p:sp>
      <p:sp>
        <p:nvSpPr>
          <p:cNvPr id="1064" name="">
            <a:extLst xmlns:a="http://schemas.openxmlformats.org/drawingml/2006/main">
              <a:ext uri="{FF2B5EF4-FFF2-40B4-BE49-F238E27FC236}">
                <a16:creationId xmlns:a16="http://schemas.microsoft.com/office/drawing/2014/main" id="{EF077CF9-114E-4632-A9EA-576EBB06C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857500"/>
            <a:ext cx="4953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  <a:prstDash val="solid"/>
          </a:ln>
        </p:spPr>
      </p:sp>
      <p:sp>
        <p:nvSpPr>
          <p:cNvPr id="1065" name="">
            <a:extLst xmlns:a="http://schemas.openxmlformats.org/drawingml/2006/main">
              <a:ext uri="{FF2B5EF4-FFF2-40B4-BE49-F238E27FC236}">
                <a16:creationId xmlns:a16="http://schemas.microsoft.com/office/drawing/2014/main" id="{D306600E-F8E9-4FCF-8FC4-6176F72A9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571750"/>
            <a:ext cx="1285875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DCE8F7"/>
          </a:solidFill>
          <a:ln xmlns:a="http://schemas.openxmlformats.org/drawingml/2006/main" w="14288">
            <a:solidFill>
              <a:srgbClr val="8EABC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F2C4C"/>
                </a:solidFill>
              </a:defRPr>
            </a:pPr>
            <a:r>
              <a:rPr sz="1200" b="1">
                <a:solidFill>
                  <a:srgbClr val="0F2C4C"/>
                </a:solidFill>
              </a:rPr>
              <a:t>MQTT</a:t>
            </a:r>
          </a:p>
          <a:p xmlns:a="http://schemas.openxmlformats.org/drawingml/2006/main">
            <a:pPr algn="ctr">
              <a:defRPr sz="1200" b="1">
                <a:solidFill>
                  <a:srgbClr val="0F2C4C"/>
                </a:solidFill>
              </a:defRPr>
            </a:pPr>
            <a:r>
              <a:rPr sz="1200" b="1">
                <a:solidFill>
                  <a:srgbClr val="0F2C4C"/>
                </a:solidFill>
              </a:rPr>
              <a:t>QoS 1</a:t>
            </a:r>
          </a:p>
        </p:txBody>
      </p:sp>
      <p:sp>
        <p:nvSpPr>
          <p:cNvPr id="1066" name="">
            <a:extLst xmlns:a="http://schemas.openxmlformats.org/drawingml/2006/main">
              <a:ext uri="{FF2B5EF4-FFF2-40B4-BE49-F238E27FC236}">
                <a16:creationId xmlns:a16="http://schemas.microsoft.com/office/drawing/2014/main" id="{170EB17D-0C06-48E8-BBF0-D61B48150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857500"/>
            <a:ext cx="4953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  <a:prstDash val="solid"/>
          </a:ln>
        </p:spPr>
      </p:sp>
      <p:sp>
        <p:nvSpPr>
          <p:cNvPr id="1067" name="">
            <a:extLst xmlns:a="http://schemas.openxmlformats.org/drawingml/2006/main">
              <a:ext uri="{FF2B5EF4-FFF2-40B4-BE49-F238E27FC236}">
                <a16:creationId xmlns:a16="http://schemas.microsoft.com/office/drawing/2014/main" id="{E6EB1FBE-733B-45C3-B56F-F113D9801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571750"/>
            <a:ext cx="1571625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8EABC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F2C4C"/>
                </a:solidFill>
              </a:defRPr>
            </a:pPr>
            <a:r>
              <a:rPr sz="1200" b="1">
                <a:solidFill>
                  <a:srgbClr val="0F2C4C"/>
                </a:solidFill>
              </a:rPr>
              <a:t>BACKEND</a:t>
            </a:r>
          </a:p>
          <a:p xmlns:a="http://schemas.openxmlformats.org/drawingml/2006/main">
            <a:pPr algn="ctr">
              <a:defRPr sz="1200" b="1">
                <a:solidFill>
                  <a:srgbClr val="0F2C4C"/>
                </a:solidFill>
              </a:defRPr>
            </a:pPr>
            <a:r>
              <a:rPr sz="1200" b="1">
                <a:solidFill>
                  <a:srgbClr val="0F2C4C"/>
                </a:solidFill>
              </a:rPr>
              <a:t>REST + WS</a:t>
            </a:r>
          </a:p>
        </p:txBody>
      </p:sp>
      <p:sp>
        <p:nvSpPr>
          <p:cNvPr id="1068" name="">
            <a:extLst xmlns:a="http://schemas.openxmlformats.org/drawingml/2006/main">
              <a:ext uri="{FF2B5EF4-FFF2-40B4-BE49-F238E27FC236}">
                <a16:creationId xmlns:a16="http://schemas.microsoft.com/office/drawing/2014/main" id="{43E43FB8-3ABC-4ABF-8DB6-8AED857A7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0"/>
            <a:ext cx="4953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  <a:prstDash val="solid"/>
          </a:ln>
        </p:spPr>
      </p:sp>
      <p:sp>
        <p:nvSpPr>
          <p:cNvPr id="1069" name="">
            <a:extLst xmlns:a="http://schemas.openxmlformats.org/drawingml/2006/main">
              <a:ext uri="{FF2B5EF4-FFF2-40B4-BE49-F238E27FC236}">
                <a16:creationId xmlns:a16="http://schemas.microsoft.com/office/drawing/2014/main" id="{338EE6F1-9742-4C5E-AF2F-E60ED63CC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571750"/>
            <a:ext cx="1476375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0F2C4C"/>
          </a:solidFill>
          <a:ln xmlns:a="http://schemas.openxmlformats.org/drawingml/2006/main" w="14288">
            <a:solidFill>
              <a:srgbClr val="8EABC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CLIENTES</a:t>
            </a:r>
          </a:p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Web + Flutter</a:t>
            </a:r>
          </a:p>
        </p:txBody>
      </p:sp>
      <p:sp>
        <p:nvSpPr>
          <p:cNvPr id="1070" name="">
            <a:extLst xmlns:a="http://schemas.openxmlformats.org/drawingml/2006/main">
              <a:ext uri="{FF2B5EF4-FFF2-40B4-BE49-F238E27FC236}">
                <a16:creationId xmlns:a16="http://schemas.microsoft.com/office/drawing/2014/main" id="{BAD98957-09CD-4B4B-8530-FBC539FD9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543300"/>
            <a:ext cx="342900" cy="4381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  <a:prstDash val="solid"/>
          </a:ln>
        </p:spPr>
      </p:sp>
      <p:sp>
        <p:nvSpPr>
          <p:cNvPr id="1071" name="">
            <a:extLst xmlns:a="http://schemas.openxmlformats.org/drawingml/2006/main">
              <a:ext uri="{FF2B5EF4-FFF2-40B4-BE49-F238E27FC236}">
                <a16:creationId xmlns:a16="http://schemas.microsoft.com/office/drawing/2014/main" id="{1D64C8BB-42BC-4124-8403-49729D3C9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048125"/>
            <a:ext cx="2333625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DCE8F7"/>
          </a:solidFill>
          <a:ln xmlns:a="http://schemas.openxmlformats.org/drawingml/2006/main" w="14288">
            <a:solidFill>
              <a:srgbClr val="8EABC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F2C4C"/>
                </a:solidFill>
              </a:defRPr>
            </a:pPr>
            <a:r>
              <a:rPr sz="1200" b="1">
                <a:solidFill>
                  <a:srgbClr val="0F2C4C"/>
                </a:solidFill>
              </a:rPr>
              <a:t>AWS IOT CORE</a:t>
            </a:r>
          </a:p>
          <a:p xmlns:a="http://schemas.openxmlformats.org/drawingml/2006/main">
            <a:pPr algn="ctr">
              <a:defRPr sz="1200" b="1">
                <a:solidFill>
                  <a:srgbClr val="0F2C4C"/>
                </a:solidFill>
              </a:defRPr>
            </a:pPr>
            <a:r>
              <a:rPr sz="1200" b="1">
                <a:solidFill>
                  <a:srgbClr val="0F2C4C"/>
                </a:solidFill>
              </a:rPr>
              <a:t>mTLS + Rule</a:t>
            </a:r>
          </a:p>
        </p:txBody>
      </p:sp>
      <p:sp>
        <p:nvSpPr>
          <p:cNvPr id="1072" name="">
            <a:extLst xmlns:a="http://schemas.openxmlformats.org/drawingml/2006/main">
              <a:ext uri="{FF2B5EF4-FFF2-40B4-BE49-F238E27FC236}">
                <a16:creationId xmlns:a16="http://schemas.microsoft.com/office/drawing/2014/main" id="{ED47F267-FC37-43B7-A12D-A88061750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305300"/>
            <a:ext cx="4953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  <a:prstDash val="solid"/>
          </a:ln>
        </p:spPr>
      </p:sp>
      <p:sp>
        <p:nvSpPr>
          <p:cNvPr id="1073" name="">
            <a:extLst xmlns:a="http://schemas.openxmlformats.org/drawingml/2006/main">
              <a:ext uri="{FF2B5EF4-FFF2-40B4-BE49-F238E27FC236}">
                <a16:creationId xmlns:a16="http://schemas.microsoft.com/office/drawing/2014/main" id="{4983B166-AD06-44D2-B0C2-EC5B17D67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048125"/>
            <a:ext cx="25717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8EABC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F2C4C"/>
                </a:solidFill>
              </a:defRPr>
            </a:pPr>
            <a:r>
              <a:rPr sz="1200" b="1">
                <a:solidFill>
                  <a:srgbClr val="0F2C4C"/>
                </a:solidFill>
              </a:rPr>
              <a:t>SQS · LAMBDA · S3 · DYNAMODB</a:t>
            </a:r>
          </a:p>
        </p:txBody>
      </p:sp>
    </p:spTree>
    <p:extLst>
      <p:ext uri="{BB962C8B-B14F-4D97-AF65-F5344CB8AC3E}">
        <p14:creationId xmlns:p14="http://schemas.microsoft.com/office/powerpoint/2010/main" val="14779784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EEF3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18" name="Google Shape;918;g3f520f3c22e_2_817">
            <a:extLst xmlns:a="http://schemas.openxmlformats.org/drawingml/2006/main">
              <a:ext uri="{FF2B5EF4-FFF2-40B4-BE49-F238E27FC236}">
                <a16:creationId xmlns:a16="http://schemas.microsoft.com/office/drawing/2014/main" id="{435BE183-79FF-451F-A0CE-D479E0A98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392" y="609600"/>
            <a:ext cx="414424" cy="373063"/>
          </a:xfrm>
          <a:custGeom xmlns:a="http://schemas.openxmlformats.org/drawingml/2006/main">
            <a:rect l="l" t="t" r="r" b="b"/>
            <a:pathLst>
              <a:path w="829056" h="746125">
                <a:moveTo>
                  <a:pt x="0" y="373126"/>
                </a:moveTo>
                <a:lnTo>
                  <a:pt x="186563" y="0"/>
                </a:lnTo>
                <a:lnTo>
                  <a:pt x="642493" y="0"/>
                </a:lnTo>
                <a:lnTo>
                  <a:pt x="829056" y="373126"/>
                </a:lnTo>
                <a:lnTo>
                  <a:pt x="642493" y="746125"/>
                </a:lnTo>
                <a:lnTo>
                  <a:pt x="186563" y="746125"/>
                </a:lnTo>
                <a:close/>
              </a:path>
            </a:pathLst>
          </a:custGeom>
          <a:solidFill xmlns:a="http://schemas.openxmlformats.org/drawingml/2006/main">
            <a:srgbClr val="38BDF8"/>
          </a:solidFill>
          <a:ln xmlns:a="http://schemas.openxmlformats.org/drawingml/2006/main">
            <a:noFill/>
          </a:ln>
        </p:spPr>
      </p:sp>
      <p:sp>
        <p:nvSpPr>
          <p:cNvPr id="920" name="Google Shape;920;g3f520f3c22e_2_817">
            <a:extLst xmlns:a="http://schemas.openxmlformats.org/drawingml/2006/main">
              <a:ext uri="{FF2B5EF4-FFF2-40B4-BE49-F238E27FC236}">
                <a16:creationId xmlns:a16="http://schemas.microsoft.com/office/drawing/2014/main" id="{AD224E8B-E4CF-4068-9EC0-AA874EDCE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43273" y="573024"/>
            <a:ext cx="9263601" cy="316992"/>
          </a:xfrm>
          <a:custGeom xmlns:a="http://schemas.openxmlformats.org/drawingml/2006/main">
            <a:rect l="l" t="t" r="r" b="b"/>
            <a:pathLst>
              <a:path w="18531839" h="633984">
                <a:moveTo>
                  <a:pt x="0" y="0"/>
                </a:moveTo>
                <a:lnTo>
                  <a:pt x="18531839" y="0"/>
                </a:lnTo>
                <a:lnTo>
                  <a:pt x="18531839" y="633984"/>
                </a:lnTo>
                <a:lnTo>
                  <a:pt x="0" y="633984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90482af32e154376">
              <a:alphaModFix amt="0"/>
            </a:blip>
            <a:stretch>
              <a:fillRect l="0" t="-519606" r="0" b="-519606"/>
            </a:stretch>
          </a:blipFill>
          <a:ln xmlns:a="http://schemas.openxmlformats.org/drawingml/2006/main">
            <a:noFill/>
          </a:ln>
        </p:spPr>
      </p:sp>
      <p:sp>
        <p:nvSpPr>
          <p:cNvPr id="921" name="Google Shape;921;g3f520f3c22e_2_817">
            <a:extLst xmlns:a="http://schemas.openxmlformats.org/drawingml/2006/main">
              <a:ext uri="{FF2B5EF4-FFF2-40B4-BE49-F238E27FC236}">
                <a16:creationId xmlns:a16="http://schemas.microsoft.com/office/drawing/2014/main" id="{2B9222F1-2563-44B0-BED4-41A1231D4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43273" y="549212"/>
            <a:ext cx="9263602" cy="3408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 u="none" cap="none">
                <a:solidFill>
                  <a:srgbClr val="4A6FA5"/>
                </a:solidFill>
                <a:latin typeface="Calibri"/>
                <a:ea typeface="Calibri"/>
                <a:cs typeface="Calibri"/>
              </a:rPr>
              <a:t>HARDWARE</a:t>
            </a:r>
          </a:p>
        </p:txBody>
      </p:sp>
      <p:sp>
        <p:nvSpPr>
          <p:cNvPr id="923" name="Google Shape;923;g3f520f3c22e_2_817">
            <a:extLst xmlns:a="http://schemas.openxmlformats.org/drawingml/2006/main">
              <a:ext uri="{FF2B5EF4-FFF2-40B4-BE49-F238E27FC236}">
                <a16:creationId xmlns:a16="http://schemas.microsoft.com/office/drawing/2014/main" id="{F7582527-1E86-430C-99E2-09C193835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0392" y="950975"/>
            <a:ext cx="10482496" cy="731520"/>
          </a:xfrm>
          <a:custGeom xmlns:a="http://schemas.openxmlformats.org/drawingml/2006/main">
            <a:rect l="l" t="t" r="r" b="b"/>
            <a:pathLst>
              <a:path w="20970239" h="1463040">
                <a:moveTo>
                  <a:pt x="0" y="0"/>
                </a:moveTo>
                <a:lnTo>
                  <a:pt x="20970239" y="0"/>
                </a:lnTo>
                <a:lnTo>
                  <a:pt x="20970239" y="1463040"/>
                </a:lnTo>
                <a:lnTo>
                  <a:pt x="0" y="1463040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90482af32e154376">
              <a:alphaModFix amt="0"/>
            </a:blip>
            <a:stretch>
              <a:fillRect l="0" t="-229298" r="0" b="-229298"/>
            </a:stretch>
          </a:blipFill>
          <a:ln xmlns:a="http://schemas.openxmlformats.org/drawingml/2006/main">
            <a:noFill/>
          </a:ln>
        </p:spPr>
      </p:sp>
      <p:sp>
        <p:nvSpPr>
          <p:cNvPr id="924" name="Google Shape;924;g3f520f3c22e_2_817">
            <a:extLst xmlns:a="http://schemas.openxmlformats.org/drawingml/2006/main">
              <a:ext uri="{FF2B5EF4-FFF2-40B4-BE49-F238E27FC236}">
                <a16:creationId xmlns:a16="http://schemas.microsoft.com/office/drawing/2014/main" id="{8E6AB2FA-1FFA-493E-8145-76BD4460A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0392" y="879538"/>
            <a:ext cx="10482497" cy="8029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400" b="1" i="0" u="none" cap="none">
                <a:solidFill>
                  <a:srgbClr val="0F2C4C"/>
                </a:solidFill>
                <a:latin typeface="Calibri"/>
                <a:ea typeface="Calibri"/>
                <a:cs typeface="Calibri"/>
              </a:rPr>
              <a:t>Placa e sensoriamento</a:t>
            </a:r>
          </a:p>
        </p:txBody>
      </p:sp>
      <p:sp>
        <p:nvSpPr>
          <p:cNvPr id="925" name="Google Shape;925;g3f520f3c22e_2_817">
            <a:extLst xmlns:a="http://schemas.openxmlformats.org/drawingml/2006/main">
              <a:ext uri="{FF2B5EF4-FFF2-40B4-BE49-F238E27FC236}">
                <a16:creationId xmlns:a16="http://schemas.microsoft.com/office/drawing/2014/main" id="{2254516C-82E6-4B15-8380-610AD0BB2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30" y="1881295"/>
            <a:ext cx="3551809" cy="4101338"/>
          </a:xfrm>
          <a:custGeom xmlns:a="http://schemas.openxmlformats.org/drawingml/2006/main">
            <a:rect l="l" t="t" r="r" b="b"/>
            <a:pathLst>
              <a:path w="7105396" h="8202676">
                <a:moveTo>
                  <a:pt x="0" y="196088"/>
                </a:moveTo>
                <a:cubicBezTo>
                  <a:pt x="0" y="87757"/>
                  <a:pt x="87757" y="0"/>
                  <a:pt x="196088" y="0"/>
                </a:cubicBezTo>
                <a:lnTo>
                  <a:pt x="6909308" y="0"/>
                </a:lnTo>
                <a:cubicBezTo>
                  <a:pt x="7017512" y="0"/>
                  <a:pt x="7105396" y="87757"/>
                  <a:pt x="7105396" y="196088"/>
                </a:cubicBezTo>
                <a:lnTo>
                  <a:pt x="7105396" y="8006588"/>
                </a:lnTo>
                <a:cubicBezTo>
                  <a:pt x="7105396" y="8114792"/>
                  <a:pt x="7017638" y="8202676"/>
                  <a:pt x="6909308" y="8202676"/>
                </a:cubicBezTo>
                <a:lnTo>
                  <a:pt x="196088" y="8202676"/>
                </a:lnTo>
                <a:cubicBezTo>
                  <a:pt x="87757" y="8202549"/>
                  <a:pt x="0" y="8114792"/>
                  <a:pt x="0" y="8006461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5400" cmpd="sng">
            <a:solidFill>
              <a:srgbClr val="D3DEE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60950" tIns="60950" rIns="60950" bIns="6095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926" name="Google Shape;926;g3f520f3c22e_2_817">
            <a:extLst xmlns:a="http://schemas.openxmlformats.org/drawingml/2006/main">
              <a:ext uri="{FF2B5EF4-FFF2-40B4-BE49-F238E27FC236}">
                <a16:creationId xmlns:a16="http://schemas.microsoft.com/office/drawing/2014/main" id="{A3EBB2BA-B2B2-4E9D-9795-276A1AFF9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116" y="2255520"/>
            <a:ext cx="804471" cy="804672"/>
          </a:xfrm>
          <a:custGeom xmlns:a="http://schemas.openxmlformats.org/drawingml/2006/main">
            <a:rect l="l" t="t" r="r" b="b"/>
            <a:pathLst>
              <a:path w="1609344" h="1609344">
                <a:moveTo>
                  <a:pt x="0" y="804672"/>
                </a:moveTo>
                <a:cubicBezTo>
                  <a:pt x="0" y="360299"/>
                  <a:pt x="360299" y="0"/>
                  <a:pt x="804672" y="0"/>
                </a:cubicBezTo>
                <a:cubicBezTo>
                  <a:pt x="1249045" y="0"/>
                  <a:pt x="1609344" y="360299"/>
                  <a:pt x="1609344" y="804672"/>
                </a:cubicBezTo>
                <a:cubicBezTo>
                  <a:pt x="1609344" y="1249045"/>
                  <a:pt x="1249045" y="1609344"/>
                  <a:pt x="804672" y="1609344"/>
                </a:cubicBezTo>
                <a:cubicBezTo>
                  <a:pt x="360299" y="1609344"/>
                  <a:pt x="0" y="1249045"/>
                  <a:pt x="0" y="804672"/>
                </a:cubicBezTo>
                <a:close/>
              </a:path>
            </a:pathLst>
          </a:custGeom>
          <a:solidFill xmlns:a="http://schemas.openxmlformats.org/drawingml/2006/main">
            <a:srgbClr val="4A6FA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0950" tIns="60950" rIns="60950" bIns="6095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927" name="Google Shape;927;g3f520f3c22e_2_817">
            <a:extLst xmlns:a="http://schemas.openxmlformats.org/drawingml/2006/main">
              <a:ext uri="{FF2B5EF4-FFF2-40B4-BE49-F238E27FC236}">
                <a16:creationId xmlns:a16="http://schemas.microsoft.com/office/drawing/2014/main" id="{F3497E68-ABC0-494A-8BD9-0BFA92EA8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2328" y="2462784"/>
            <a:ext cx="390046" cy="390144"/>
          </a:xfrm>
          <a:custGeom xmlns:a="http://schemas.openxmlformats.org/drawingml/2006/main">
            <a:rect l="l" t="t" r="r" b="b"/>
            <a:pathLst>
              <a:path w="780288" h="780288">
                <a:moveTo>
                  <a:pt x="0" y="0"/>
                </a:moveTo>
                <a:lnTo>
                  <a:pt x="780288" y="0"/>
                </a:lnTo>
                <a:lnTo>
                  <a:pt x="780288" y="780288"/>
                </a:lnTo>
                <a:lnTo>
                  <a:pt x="0" y="780288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713f7cd6cd2744b0">
              <a:alphaModFix/>
            </a:blip>
            <a:stretch>
              <a:fillRect l="0" t="0" r="0" b="0"/>
            </a:stretch>
          </a:blipFill>
          <a:ln xmlns:a="http://schemas.openxmlformats.org/drawingml/2006/main">
            <a:noFill/>
          </a:ln>
        </p:spPr>
      </p:sp>
      <p:sp>
        <p:nvSpPr>
          <p:cNvPr id="929" name="Google Shape;929;g3f520f3c22e_2_817">
            <a:extLst xmlns:a="http://schemas.openxmlformats.org/drawingml/2006/main">
              <a:ext uri="{FF2B5EF4-FFF2-40B4-BE49-F238E27FC236}">
                <a16:creationId xmlns:a16="http://schemas.microsoft.com/office/drawing/2014/main" id="{FAF17488-C4D3-497E-B820-5E9348A0E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75116" y="3291840"/>
            <a:ext cx="2925348" cy="426720"/>
          </a:xfrm>
          <a:custGeom xmlns:a="http://schemas.openxmlformats.org/drawingml/2006/main">
            <a:rect l="l" t="t" r="r" b="b"/>
            <a:pathLst>
              <a:path w="5852160" h="853440">
                <a:moveTo>
                  <a:pt x="0" y="0"/>
                </a:moveTo>
                <a:lnTo>
                  <a:pt x="5852160" y="0"/>
                </a:lnTo>
                <a:lnTo>
                  <a:pt x="5852160" y="853440"/>
                </a:lnTo>
                <a:lnTo>
                  <a:pt x="0" y="853440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90482af32e154376">
              <a:alphaModFix amt="0"/>
            </a:blip>
            <a:stretch>
              <a:fillRect l="0" t="-83611" r="0" b="-83611"/>
            </a:stretch>
          </a:blipFill>
          <a:ln xmlns:a="http://schemas.openxmlformats.org/drawingml/2006/main">
            <a:noFill/>
          </a:ln>
        </p:spPr>
      </p:sp>
      <p:sp>
        <p:nvSpPr>
          <p:cNvPr id="930" name="Google Shape;930;g3f520f3c22e_2_817">
            <a:extLst xmlns:a="http://schemas.openxmlformats.org/drawingml/2006/main">
              <a:ext uri="{FF2B5EF4-FFF2-40B4-BE49-F238E27FC236}">
                <a16:creationId xmlns:a16="http://schemas.microsoft.com/office/drawing/2014/main" id="{D1420B55-6DED-4F20-9F71-547F7B813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75116" y="3253740"/>
            <a:ext cx="2925348" cy="464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700" b="1" i="0" u="none" cap="none">
                <a:solidFill>
                  <a:srgbClr val="0F2C4C"/>
                </a:solidFill>
                <a:latin typeface="Calibri"/>
                <a:ea typeface="Calibri"/>
                <a:cs typeface="Calibri"/>
              </a:rPr>
              <a:t>ESP-WROOM-32</a:t>
            </a:r>
          </a:p>
        </p:txBody>
      </p:sp>
      <p:sp>
        <p:nvSpPr>
          <p:cNvPr id="932" name="Google Shape;932;g3f520f3c22e_2_817">
            <a:extLst xmlns:a="http://schemas.openxmlformats.org/drawingml/2006/main">
              <a:ext uri="{FF2B5EF4-FFF2-40B4-BE49-F238E27FC236}">
                <a16:creationId xmlns:a16="http://schemas.microsoft.com/office/drawing/2014/main" id="{2A252D1C-7526-4B33-940F-EE1EAD175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75116" y="3718560"/>
            <a:ext cx="2925348" cy="365760"/>
          </a:xfrm>
          <a:custGeom xmlns:a="http://schemas.openxmlformats.org/drawingml/2006/main">
            <a:rect l="l" t="t" r="r" b="b"/>
            <a:pathLst>
              <a:path w="5852160" h="731520">
                <a:moveTo>
                  <a:pt x="0" y="0"/>
                </a:moveTo>
                <a:lnTo>
                  <a:pt x="5852160" y="0"/>
                </a:lnTo>
                <a:lnTo>
                  <a:pt x="5852160" y="731520"/>
                </a:lnTo>
                <a:lnTo>
                  <a:pt x="0" y="731520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90482af32e154376">
              <a:alphaModFix amt="0"/>
            </a:blip>
            <a:stretch>
              <a:fillRect l="0" t="-105880" r="0" b="-105880"/>
            </a:stretch>
          </a:blipFill>
          <a:ln xmlns:a="http://schemas.openxmlformats.org/drawingml/2006/main">
            <a:noFill/>
          </a:ln>
        </p:spPr>
      </p:sp>
      <p:sp>
        <p:nvSpPr>
          <p:cNvPr id="933" name="Google Shape;933;g3f520f3c22e_2_817">
            <a:extLst xmlns:a="http://schemas.openxmlformats.org/drawingml/2006/main">
              <a:ext uri="{FF2B5EF4-FFF2-40B4-BE49-F238E27FC236}">
                <a16:creationId xmlns:a16="http://schemas.microsoft.com/office/drawing/2014/main" id="{4F920899-CED0-49AD-A439-7E17ACF32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75116" y="3689985"/>
            <a:ext cx="2925348" cy="3943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 i="0" u="none" cap="none">
                <a:solidFill>
                  <a:srgbClr val="38BDF8"/>
                </a:solidFill>
                <a:latin typeface="Calibri"/>
                <a:ea typeface="Calibri"/>
                <a:cs typeface="Calibri"/>
              </a:rPr>
              <a:t>DevKit 30P USB-C</a:t>
            </a:r>
          </a:p>
        </p:txBody>
      </p:sp>
      <p:sp>
        <p:nvSpPr>
          <p:cNvPr id="934" name="Google Shape;934;g3f520f3c22e_2_817">
            <a:extLst xmlns:a="http://schemas.openxmlformats.org/drawingml/2006/main">
              <a:ext uri="{FF2B5EF4-FFF2-40B4-BE49-F238E27FC236}">
                <a16:creationId xmlns:a16="http://schemas.microsoft.com/office/drawing/2014/main" id="{E5BC74B8-F675-4AE1-9175-D7C2BD71A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116" y="4119880"/>
            <a:ext cx="2925348" cy="1610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0" u="none" cap="none">
                <a:solidFill>
                  <a:srgbClr val="7E8FA6"/>
                </a:solidFill>
                <a:latin typeface="Calibri"/>
                <a:ea typeface="Calibri"/>
                <a:cs typeface="Calibri"/>
              </a:rPr>
              <a:t>I²C D21/D22 · UART D16/D17 · ADC1 D34. Footprint deve ser medido 1:1.</a:t>
            </a:r>
          </a:p>
        </p:txBody>
      </p:sp>
      <p:sp>
        <p:nvSpPr>
          <p:cNvPr id="935" name="Google Shape;935;g3f520f3c22e_2_817">
            <a:extLst xmlns:a="http://schemas.openxmlformats.org/drawingml/2006/main">
              <a:ext uri="{FF2B5EF4-FFF2-40B4-BE49-F238E27FC236}">
                <a16:creationId xmlns:a16="http://schemas.microsoft.com/office/drawing/2014/main" id="{274962F0-2206-42C6-9715-8C1D0A2EA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0504" y="1881295"/>
            <a:ext cx="3551809" cy="4101338"/>
          </a:xfrm>
          <a:custGeom xmlns:a="http://schemas.openxmlformats.org/drawingml/2006/main">
            <a:rect l="l" t="t" r="r" b="b"/>
            <a:pathLst>
              <a:path w="7105396" h="8202676">
                <a:moveTo>
                  <a:pt x="0" y="196088"/>
                </a:moveTo>
                <a:cubicBezTo>
                  <a:pt x="0" y="87757"/>
                  <a:pt x="87757" y="0"/>
                  <a:pt x="196088" y="0"/>
                </a:cubicBezTo>
                <a:lnTo>
                  <a:pt x="6909308" y="0"/>
                </a:lnTo>
                <a:cubicBezTo>
                  <a:pt x="7017512" y="0"/>
                  <a:pt x="7105396" y="87757"/>
                  <a:pt x="7105396" y="196088"/>
                </a:cubicBezTo>
                <a:lnTo>
                  <a:pt x="7105396" y="8006588"/>
                </a:lnTo>
                <a:cubicBezTo>
                  <a:pt x="7105396" y="8114792"/>
                  <a:pt x="7017638" y="8202676"/>
                  <a:pt x="6909308" y="8202676"/>
                </a:cubicBezTo>
                <a:lnTo>
                  <a:pt x="196088" y="8202676"/>
                </a:lnTo>
                <a:cubicBezTo>
                  <a:pt x="87757" y="8202549"/>
                  <a:pt x="0" y="8114792"/>
                  <a:pt x="0" y="8006461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5400" cmpd="sng">
            <a:solidFill>
              <a:srgbClr val="D3DEE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60950" tIns="60950" rIns="60950" bIns="6095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936" name="Google Shape;936;g3f520f3c22e_2_817">
            <a:extLst xmlns:a="http://schemas.openxmlformats.org/drawingml/2006/main">
              <a:ext uri="{FF2B5EF4-FFF2-40B4-BE49-F238E27FC236}">
                <a16:creationId xmlns:a16="http://schemas.microsoft.com/office/drawing/2014/main" id="{88DC02E6-423E-4858-AC10-C4F9B4893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3691" y="2255520"/>
            <a:ext cx="804471" cy="804672"/>
          </a:xfrm>
          <a:custGeom xmlns:a="http://schemas.openxmlformats.org/drawingml/2006/main">
            <a:rect l="l" t="t" r="r" b="b"/>
            <a:pathLst>
              <a:path w="1609344" h="1609344">
                <a:moveTo>
                  <a:pt x="0" y="804672"/>
                </a:moveTo>
                <a:cubicBezTo>
                  <a:pt x="0" y="360299"/>
                  <a:pt x="360299" y="0"/>
                  <a:pt x="804672" y="0"/>
                </a:cubicBezTo>
                <a:cubicBezTo>
                  <a:pt x="1249045" y="0"/>
                  <a:pt x="1609344" y="360299"/>
                  <a:pt x="1609344" y="804672"/>
                </a:cubicBezTo>
                <a:cubicBezTo>
                  <a:pt x="1609344" y="1249045"/>
                  <a:pt x="1249045" y="1609344"/>
                  <a:pt x="804672" y="1609344"/>
                </a:cubicBezTo>
                <a:cubicBezTo>
                  <a:pt x="360299" y="1609344"/>
                  <a:pt x="0" y="1249045"/>
                  <a:pt x="0" y="804672"/>
                </a:cubicBezTo>
                <a:close/>
              </a:path>
            </a:pathLst>
          </a:custGeom>
          <a:solidFill xmlns:a="http://schemas.openxmlformats.org/drawingml/2006/main">
            <a:srgbClr val="4A6FA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0950" tIns="60950" rIns="60950" bIns="6095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937" name="Google Shape;937;g3f520f3c22e_2_817">
            <a:extLst xmlns:a="http://schemas.openxmlformats.org/drawingml/2006/main">
              <a:ext uri="{FF2B5EF4-FFF2-40B4-BE49-F238E27FC236}">
                <a16:creationId xmlns:a16="http://schemas.microsoft.com/office/drawing/2014/main" id="{8F9E719B-5D1E-43D2-8BB3-34697088B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0903" y="2462784"/>
            <a:ext cx="390046" cy="390144"/>
          </a:xfrm>
          <a:custGeom xmlns:a="http://schemas.openxmlformats.org/drawingml/2006/main">
            <a:rect l="l" t="t" r="r" b="b"/>
            <a:pathLst>
              <a:path w="780288" h="780288">
                <a:moveTo>
                  <a:pt x="0" y="0"/>
                </a:moveTo>
                <a:lnTo>
                  <a:pt x="780288" y="0"/>
                </a:lnTo>
                <a:lnTo>
                  <a:pt x="780288" y="780288"/>
                </a:lnTo>
                <a:lnTo>
                  <a:pt x="0" y="780288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42bf49911fd04387">
              <a:alphaModFix/>
            </a:blip>
            <a:stretch>
              <a:fillRect l="0" t="0" r="0" b="0"/>
            </a:stretch>
          </a:blipFill>
          <a:ln xmlns:a="http://schemas.openxmlformats.org/drawingml/2006/main">
            <a:noFill/>
          </a:ln>
        </p:spPr>
      </p:sp>
      <p:sp>
        <p:nvSpPr>
          <p:cNvPr id="939" name="Google Shape;939;g3f520f3c22e_2_817">
            <a:extLst xmlns:a="http://schemas.openxmlformats.org/drawingml/2006/main">
              <a:ext uri="{FF2B5EF4-FFF2-40B4-BE49-F238E27FC236}">
                <a16:creationId xmlns:a16="http://schemas.microsoft.com/office/drawing/2014/main" id="{E70EB6E6-AF59-43A8-BA7E-D2D8E50E1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53691" y="3291840"/>
            <a:ext cx="2925348" cy="426720"/>
          </a:xfrm>
          <a:custGeom xmlns:a="http://schemas.openxmlformats.org/drawingml/2006/main">
            <a:rect l="l" t="t" r="r" b="b"/>
            <a:pathLst>
              <a:path w="5852160" h="853440">
                <a:moveTo>
                  <a:pt x="0" y="0"/>
                </a:moveTo>
                <a:lnTo>
                  <a:pt x="5852160" y="0"/>
                </a:lnTo>
                <a:lnTo>
                  <a:pt x="5852160" y="853440"/>
                </a:lnTo>
                <a:lnTo>
                  <a:pt x="0" y="853440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90482af32e154376">
              <a:alphaModFix amt="0"/>
            </a:blip>
            <a:stretch>
              <a:fillRect l="0" t="-83611" r="0" b="-83611"/>
            </a:stretch>
          </a:blipFill>
          <a:ln xmlns:a="http://schemas.openxmlformats.org/drawingml/2006/main">
            <a:noFill/>
          </a:ln>
        </p:spPr>
      </p:sp>
      <p:sp>
        <p:nvSpPr>
          <p:cNvPr id="940" name="Google Shape;940;g3f520f3c22e_2_817">
            <a:extLst xmlns:a="http://schemas.openxmlformats.org/drawingml/2006/main">
              <a:ext uri="{FF2B5EF4-FFF2-40B4-BE49-F238E27FC236}">
                <a16:creationId xmlns:a16="http://schemas.microsoft.com/office/drawing/2014/main" id="{1227AB99-2E39-47C5-B979-BC44BA471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53691" y="3253740"/>
            <a:ext cx="2925348" cy="464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700" b="1" i="0" u="none" cap="none">
                <a:solidFill>
                  <a:srgbClr val="0F2C4C"/>
                </a:solidFill>
                <a:latin typeface="Calibri"/>
                <a:ea typeface="Calibri"/>
                <a:cs typeface="Calibri"/>
              </a:rPr>
              <a:t>Sensores</a:t>
            </a:r>
          </a:p>
        </p:txBody>
      </p:sp>
      <p:sp>
        <p:nvSpPr>
          <p:cNvPr id="942" name="Google Shape;942;g3f520f3c22e_2_817">
            <a:extLst xmlns:a="http://schemas.openxmlformats.org/drawingml/2006/main">
              <a:ext uri="{FF2B5EF4-FFF2-40B4-BE49-F238E27FC236}">
                <a16:creationId xmlns:a16="http://schemas.microsoft.com/office/drawing/2014/main" id="{A1A70DC9-041C-401D-AF64-D5B382F41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53691" y="3718560"/>
            <a:ext cx="2925348" cy="365760"/>
          </a:xfrm>
          <a:custGeom xmlns:a="http://schemas.openxmlformats.org/drawingml/2006/main">
            <a:rect l="l" t="t" r="r" b="b"/>
            <a:pathLst>
              <a:path w="5852160" h="731520">
                <a:moveTo>
                  <a:pt x="0" y="0"/>
                </a:moveTo>
                <a:lnTo>
                  <a:pt x="5852160" y="0"/>
                </a:lnTo>
                <a:lnTo>
                  <a:pt x="5852160" y="731520"/>
                </a:lnTo>
                <a:lnTo>
                  <a:pt x="0" y="731520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90482af32e154376">
              <a:alphaModFix amt="0"/>
            </a:blip>
            <a:stretch>
              <a:fillRect l="0" t="-105880" r="0" b="-105880"/>
            </a:stretch>
          </a:blipFill>
          <a:ln xmlns:a="http://schemas.openxmlformats.org/drawingml/2006/main">
            <a:noFill/>
          </a:ln>
        </p:spPr>
      </p:sp>
      <p:sp>
        <p:nvSpPr>
          <p:cNvPr id="943" name="Google Shape;943;g3f520f3c22e_2_817">
            <a:extLst xmlns:a="http://schemas.openxmlformats.org/drawingml/2006/main">
              <a:ext uri="{FF2B5EF4-FFF2-40B4-BE49-F238E27FC236}">
                <a16:creationId xmlns:a16="http://schemas.microsoft.com/office/drawing/2014/main" id="{E2D71D2C-28D6-4F2F-A815-65B2FCF08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53691" y="3689985"/>
            <a:ext cx="2925348" cy="3943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 i="0" u="none" cap="none">
                <a:solidFill>
                  <a:srgbClr val="38BDF8"/>
                </a:solidFill>
                <a:latin typeface="Calibri"/>
                <a:ea typeface="Calibri"/>
                <a:cs typeface="Calibri"/>
              </a:rPr>
              <a:t>Cinco famílias</a:t>
            </a:r>
          </a:p>
        </p:txBody>
      </p:sp>
      <p:sp>
        <p:nvSpPr>
          <p:cNvPr id="944" name="Google Shape;944;g3f520f3c22e_2_817">
            <a:extLst xmlns:a="http://schemas.openxmlformats.org/drawingml/2006/main">
              <a:ext uri="{FF2B5EF4-FFF2-40B4-BE49-F238E27FC236}">
                <a16:creationId xmlns:a16="http://schemas.microsoft.com/office/drawing/2014/main" id="{F6494912-B95E-4E36-8BEF-D07DD7824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3691" y="4119880"/>
            <a:ext cx="2925348" cy="1610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0" u="none" cap="none">
                <a:solidFill>
                  <a:srgbClr val="7E8FA6"/>
                </a:solidFill>
                <a:latin typeface="Calibri"/>
                <a:ea typeface="Calibri"/>
                <a:cs typeface="Calibri"/>
              </a:rPr>
              <a:t>SHT31, SGP40, SCD41, PMS7003 e MiCS em tensão bruta.</a:t>
            </a:r>
          </a:p>
        </p:txBody>
      </p:sp>
      <p:sp>
        <p:nvSpPr>
          <p:cNvPr id="945" name="Google Shape;945;g3f520f3c22e_2_817">
            <a:extLst xmlns:a="http://schemas.openxmlformats.org/drawingml/2006/main">
              <a:ext uri="{FF2B5EF4-FFF2-40B4-BE49-F238E27FC236}">
                <a16:creationId xmlns:a16="http://schemas.microsoft.com/office/drawing/2014/main" id="{2F0714DE-B4F7-4D33-8484-7403F6ABF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9079" y="1881295"/>
            <a:ext cx="3551809" cy="4101338"/>
          </a:xfrm>
          <a:custGeom xmlns:a="http://schemas.openxmlformats.org/drawingml/2006/main">
            <a:rect l="l" t="t" r="r" b="b"/>
            <a:pathLst>
              <a:path w="7105396" h="8202676">
                <a:moveTo>
                  <a:pt x="0" y="196088"/>
                </a:moveTo>
                <a:cubicBezTo>
                  <a:pt x="0" y="87757"/>
                  <a:pt x="87757" y="0"/>
                  <a:pt x="196088" y="0"/>
                </a:cubicBezTo>
                <a:lnTo>
                  <a:pt x="6909308" y="0"/>
                </a:lnTo>
                <a:cubicBezTo>
                  <a:pt x="7017512" y="0"/>
                  <a:pt x="7105396" y="87757"/>
                  <a:pt x="7105396" y="196088"/>
                </a:cubicBezTo>
                <a:lnTo>
                  <a:pt x="7105396" y="8006588"/>
                </a:lnTo>
                <a:cubicBezTo>
                  <a:pt x="7105396" y="8114792"/>
                  <a:pt x="7017638" y="8202676"/>
                  <a:pt x="6909308" y="8202676"/>
                </a:cubicBezTo>
                <a:lnTo>
                  <a:pt x="196088" y="8202676"/>
                </a:lnTo>
                <a:cubicBezTo>
                  <a:pt x="87757" y="8202549"/>
                  <a:pt x="0" y="8114792"/>
                  <a:pt x="0" y="8006461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5400" cmpd="sng">
            <a:solidFill>
              <a:srgbClr val="D3DEE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60950" tIns="60950" rIns="60950" bIns="6095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946" name="Google Shape;946;g3f520f3c22e_2_817">
            <a:extLst xmlns:a="http://schemas.openxmlformats.org/drawingml/2006/main">
              <a:ext uri="{FF2B5EF4-FFF2-40B4-BE49-F238E27FC236}">
                <a16:creationId xmlns:a16="http://schemas.microsoft.com/office/drawing/2014/main" id="{F27EF041-29C4-4F03-BCBF-2CBB50787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2265" y="2255520"/>
            <a:ext cx="804471" cy="804672"/>
          </a:xfrm>
          <a:custGeom xmlns:a="http://schemas.openxmlformats.org/drawingml/2006/main">
            <a:rect l="l" t="t" r="r" b="b"/>
            <a:pathLst>
              <a:path w="1609344" h="1609344">
                <a:moveTo>
                  <a:pt x="0" y="804672"/>
                </a:moveTo>
                <a:cubicBezTo>
                  <a:pt x="0" y="360299"/>
                  <a:pt x="360299" y="0"/>
                  <a:pt x="804672" y="0"/>
                </a:cubicBezTo>
                <a:cubicBezTo>
                  <a:pt x="1249045" y="0"/>
                  <a:pt x="1609344" y="360299"/>
                  <a:pt x="1609344" y="804672"/>
                </a:cubicBezTo>
                <a:cubicBezTo>
                  <a:pt x="1609344" y="1249045"/>
                  <a:pt x="1249045" y="1609344"/>
                  <a:pt x="804672" y="1609344"/>
                </a:cubicBezTo>
                <a:cubicBezTo>
                  <a:pt x="360299" y="1609344"/>
                  <a:pt x="0" y="1249045"/>
                  <a:pt x="0" y="804672"/>
                </a:cubicBezTo>
                <a:close/>
              </a:path>
            </a:pathLst>
          </a:custGeom>
          <a:solidFill xmlns:a="http://schemas.openxmlformats.org/drawingml/2006/main">
            <a:srgbClr val="4A6FA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0950" tIns="60950" rIns="60950" bIns="6095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947" name="Google Shape;947;g3f520f3c22e_2_817">
            <a:extLst xmlns:a="http://schemas.openxmlformats.org/drawingml/2006/main">
              <a:ext uri="{FF2B5EF4-FFF2-40B4-BE49-F238E27FC236}">
                <a16:creationId xmlns:a16="http://schemas.microsoft.com/office/drawing/2014/main" id="{40B687BD-BDAF-4033-8EEA-551BCDE72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9477" y="2462784"/>
            <a:ext cx="390046" cy="390144"/>
          </a:xfrm>
          <a:custGeom xmlns:a="http://schemas.openxmlformats.org/drawingml/2006/main">
            <a:rect l="l" t="t" r="r" b="b"/>
            <a:pathLst>
              <a:path w="780288" h="780288">
                <a:moveTo>
                  <a:pt x="0" y="0"/>
                </a:moveTo>
                <a:lnTo>
                  <a:pt x="780288" y="0"/>
                </a:lnTo>
                <a:lnTo>
                  <a:pt x="780288" y="780288"/>
                </a:lnTo>
                <a:lnTo>
                  <a:pt x="0" y="780288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cc6d3362b0d04e59">
              <a:alphaModFix/>
            </a:blip>
            <a:stretch>
              <a:fillRect l="0" t="0" r="0" b="0"/>
            </a:stretch>
          </a:blipFill>
          <a:ln xmlns:a="http://schemas.openxmlformats.org/drawingml/2006/main">
            <a:noFill/>
          </a:ln>
        </p:spPr>
      </p:sp>
      <p:sp>
        <p:nvSpPr>
          <p:cNvPr id="949" name="Google Shape;949;g3f520f3c22e_2_817">
            <a:extLst xmlns:a="http://schemas.openxmlformats.org/drawingml/2006/main">
              <a:ext uri="{FF2B5EF4-FFF2-40B4-BE49-F238E27FC236}">
                <a16:creationId xmlns:a16="http://schemas.microsoft.com/office/drawing/2014/main" id="{98B31033-A632-4CB2-87CB-C8AF60433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32265" y="3291840"/>
            <a:ext cx="2925348" cy="426720"/>
          </a:xfrm>
          <a:custGeom xmlns:a="http://schemas.openxmlformats.org/drawingml/2006/main">
            <a:rect l="l" t="t" r="r" b="b"/>
            <a:pathLst>
              <a:path w="5852160" h="853440">
                <a:moveTo>
                  <a:pt x="0" y="0"/>
                </a:moveTo>
                <a:lnTo>
                  <a:pt x="5852160" y="0"/>
                </a:lnTo>
                <a:lnTo>
                  <a:pt x="5852160" y="853440"/>
                </a:lnTo>
                <a:lnTo>
                  <a:pt x="0" y="853440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90482af32e154376">
              <a:alphaModFix amt="0"/>
            </a:blip>
            <a:stretch>
              <a:fillRect l="0" t="-83611" r="0" b="-83611"/>
            </a:stretch>
          </a:blipFill>
          <a:ln xmlns:a="http://schemas.openxmlformats.org/drawingml/2006/main">
            <a:noFill/>
          </a:ln>
        </p:spPr>
      </p:sp>
      <p:sp>
        <p:nvSpPr>
          <p:cNvPr id="950" name="Google Shape;950;g3f520f3c22e_2_817">
            <a:extLst xmlns:a="http://schemas.openxmlformats.org/drawingml/2006/main">
              <a:ext uri="{FF2B5EF4-FFF2-40B4-BE49-F238E27FC236}">
                <a16:creationId xmlns:a16="http://schemas.microsoft.com/office/drawing/2014/main" id="{EA900023-375A-4043-9C08-D045375DC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32265" y="3253740"/>
            <a:ext cx="2925348" cy="464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700" b="1" i="0" u="none" cap="none">
                <a:solidFill>
                  <a:srgbClr val="0F2C4C"/>
                </a:solidFill>
                <a:latin typeface="Calibri"/>
                <a:ea typeface="Calibri"/>
                <a:cs typeface="Calibri"/>
              </a:rPr>
              <a:t>Integração</a:t>
            </a:r>
          </a:p>
        </p:txBody>
      </p:sp>
      <p:sp>
        <p:nvSpPr>
          <p:cNvPr id="952" name="Google Shape;952;g3f520f3c22e_2_817">
            <a:extLst xmlns:a="http://schemas.openxmlformats.org/drawingml/2006/main">
              <a:ext uri="{FF2B5EF4-FFF2-40B4-BE49-F238E27FC236}">
                <a16:creationId xmlns:a16="http://schemas.microsoft.com/office/drawing/2014/main" id="{E9933604-40A4-40C3-BECC-F75655AF3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32265" y="3718560"/>
            <a:ext cx="2925348" cy="365760"/>
          </a:xfrm>
          <a:custGeom xmlns:a="http://schemas.openxmlformats.org/drawingml/2006/main">
            <a:rect l="l" t="t" r="r" b="b"/>
            <a:pathLst>
              <a:path w="5852160" h="731520">
                <a:moveTo>
                  <a:pt x="0" y="0"/>
                </a:moveTo>
                <a:lnTo>
                  <a:pt x="5852160" y="0"/>
                </a:lnTo>
                <a:lnTo>
                  <a:pt x="5852160" y="731520"/>
                </a:lnTo>
                <a:lnTo>
                  <a:pt x="0" y="731520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90482af32e154376">
              <a:alphaModFix amt="0"/>
            </a:blip>
            <a:stretch>
              <a:fillRect l="0" t="-105880" r="0" b="-105880"/>
            </a:stretch>
          </a:blipFill>
          <a:ln xmlns:a="http://schemas.openxmlformats.org/drawingml/2006/main">
            <a:noFill/>
          </a:ln>
        </p:spPr>
      </p:sp>
      <p:sp>
        <p:nvSpPr>
          <p:cNvPr id="953" name="Google Shape;953;g3f520f3c22e_2_817">
            <a:extLst xmlns:a="http://schemas.openxmlformats.org/drawingml/2006/main">
              <a:ext uri="{FF2B5EF4-FFF2-40B4-BE49-F238E27FC236}">
                <a16:creationId xmlns:a16="http://schemas.microsoft.com/office/drawing/2014/main" id="{54DA88EF-4CB9-491D-92DB-B97EDEAF9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32265" y="3689985"/>
            <a:ext cx="2925348" cy="3943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 i="0" u="none" cap="none">
                <a:solidFill>
                  <a:srgbClr val="38BDF8"/>
                </a:solidFill>
                <a:latin typeface="Calibri"/>
                <a:ea typeface="Calibri"/>
                <a:cs typeface="Calibri"/>
              </a:rPr>
              <a:t>HIL + PCB</a:t>
            </a:r>
          </a:p>
        </p:txBody>
      </p:sp>
      <p:sp>
        <p:nvSpPr>
          <p:cNvPr id="954" name="Google Shape;954;g3f520f3c22e_2_817">
            <a:extLst xmlns:a="http://schemas.openxmlformats.org/drawingml/2006/main">
              <a:ext uri="{FF2B5EF4-FFF2-40B4-BE49-F238E27FC236}">
                <a16:creationId xmlns:a16="http://schemas.microsoft.com/office/drawing/2014/main" id="{774B9109-CDA0-4C7F-9E5B-2EB449A93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2265" y="4119880"/>
            <a:ext cx="2925348" cy="1610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0" u="none" cap="none">
                <a:solidFill>
                  <a:srgbClr val="7E8FA6"/>
                </a:solidFill>
                <a:latin typeface="Calibri"/>
                <a:ea typeface="Calibri"/>
                <a:cs typeface="Calibri"/>
              </a:rPr>
              <a:t>USB para simulação; netlist, BOM, regras e roteiro EasyEDA Pro para Rev A.</a:t>
            </a:r>
          </a:p>
        </p:txBody>
      </p:sp>
      <p:sp>
        <p:nvSpPr>
          <p:cNvPr id="956" name="Google Shape;956;g3f520f3c22e_2_817">
            <a:extLst xmlns:a="http://schemas.openxmlformats.org/drawingml/2006/main">
              <a:ext uri="{FF2B5EF4-FFF2-40B4-BE49-F238E27FC236}">
                <a16:creationId xmlns:a16="http://schemas.microsoft.com/office/drawing/2014/main" id="{CA1758DD-DD13-4628-BF43-BA79B87D2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0392" y="6461760"/>
            <a:ext cx="6703923" cy="304800"/>
          </a:xfrm>
          <a:custGeom xmlns:a="http://schemas.openxmlformats.org/drawingml/2006/main">
            <a:rect l="l" t="t" r="r" b="b"/>
            <a:pathLst>
              <a:path w="13411200" h="609600">
                <a:moveTo>
                  <a:pt x="0" y="0"/>
                </a:moveTo>
                <a:lnTo>
                  <a:pt x="13411200" y="0"/>
                </a:lnTo>
                <a:lnTo>
                  <a:pt x="13411200" y="609600"/>
                </a:lnTo>
                <a:lnTo>
                  <a:pt x="0" y="609600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90482af32e154376">
              <a:alphaModFix amt="0"/>
            </a:blip>
            <a:stretch>
              <a:fillRect l="0" t="-378669" r="0" b="-378669"/>
            </a:stretch>
          </a:blipFill>
          <a:ln xmlns:a="http://schemas.openxmlformats.org/drawingml/2006/main">
            <a:noFill/>
          </a:ln>
        </p:spPr>
      </p:sp>
      <p:sp>
        <p:nvSpPr>
          <p:cNvPr id="957" name="Google Shape;957;g3f520f3c22e_2_817">
            <a:extLst xmlns:a="http://schemas.openxmlformats.org/drawingml/2006/main">
              <a:ext uri="{FF2B5EF4-FFF2-40B4-BE49-F238E27FC236}">
                <a16:creationId xmlns:a16="http://schemas.microsoft.com/office/drawing/2014/main" id="{E1408B39-D603-4378-8114-4F4635382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0392" y="6442710"/>
            <a:ext cx="6703923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cap="none">
                <a:solidFill>
                  <a:srgbClr val="7E8FA6"/>
                </a:solidFill>
                <a:latin typeface="Calibri"/>
                <a:ea typeface="Calibri"/>
                <a:cs typeface="Calibri"/>
              </a:rPr>
              <a:t>Air Sense · ESP-WROOM-32 · qualidade do ar · protótipo acadêmico</a:t>
            </a:r>
          </a:p>
        </p:txBody>
      </p:sp>
      <p:sp>
        <p:nvSpPr>
          <p:cNvPr id="959" name="Google Shape;959;g3f520f3c22e_2_817">
            <a:extLst xmlns:a="http://schemas.openxmlformats.org/drawingml/2006/main">
              <a:ext uri="{FF2B5EF4-FFF2-40B4-BE49-F238E27FC236}">
                <a16:creationId xmlns:a16="http://schemas.microsoft.com/office/drawing/2014/main" id="{A06EC71D-F01D-4499-A74F-8FCBDAAFF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09110" y="6461760"/>
            <a:ext cx="609448" cy="304800"/>
          </a:xfrm>
          <a:custGeom xmlns:a="http://schemas.openxmlformats.org/drawingml/2006/main">
            <a:rect l="l" t="t" r="r" b="b"/>
            <a:pathLst>
              <a:path w="1219200" h="609600">
                <a:moveTo>
                  <a:pt x="0" y="0"/>
                </a:moveTo>
                <a:lnTo>
                  <a:pt x="1219200" y="0"/>
                </a:lnTo>
                <a:lnTo>
                  <a:pt x="1219200" y="609600"/>
                </a:lnTo>
                <a:lnTo>
                  <a:pt x="0" y="609600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90482af32e154376">
              <a:alphaModFix amt="0"/>
            </a:blip>
            <a:stretch>
              <a:fillRect l="-14150" t="0" r="-14150" b="0"/>
            </a:stretch>
          </a:blipFill>
          <a:ln xmlns:a="http://schemas.openxmlformats.org/drawingml/2006/main">
            <a:noFill/>
          </a:ln>
        </p:spPr>
      </p:sp>
      <p:sp>
        <p:nvSpPr>
          <p:cNvPr id="960" name="Google Shape;960;g3f520f3c22e_2_817">
            <a:extLst xmlns:a="http://schemas.openxmlformats.org/drawingml/2006/main">
              <a:ext uri="{FF2B5EF4-FFF2-40B4-BE49-F238E27FC236}">
                <a16:creationId xmlns:a16="http://schemas.microsoft.com/office/drawing/2014/main" id="{BBE60E70-0897-45C8-B1D9-1C3EC22EA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09110" y="6442710"/>
            <a:ext cx="609448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cap="none">
                <a:solidFill>
                  <a:srgbClr val="7E8FA6"/>
                </a:solidFill>
                <a:latin typeface="Calibri"/>
                <a:ea typeface="Calibri"/>
                <a:cs typeface="Calibr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13187330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EEF3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27" name="Google Shape;827;g3f520f3c22e_2_729">
            <a:extLst xmlns:a="http://schemas.openxmlformats.org/drawingml/2006/main">
              <a:ext uri="{FF2B5EF4-FFF2-40B4-BE49-F238E27FC236}">
                <a16:creationId xmlns:a16="http://schemas.microsoft.com/office/drawing/2014/main" id="{E252231F-FD28-45F6-94DF-9AAB573CF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392" y="609600"/>
            <a:ext cx="414424" cy="373063"/>
          </a:xfrm>
          <a:custGeom xmlns:a="http://schemas.openxmlformats.org/drawingml/2006/main">
            <a:rect l="l" t="t" r="r" b="b"/>
            <a:pathLst>
              <a:path w="829056" h="746125">
                <a:moveTo>
                  <a:pt x="0" y="373126"/>
                </a:moveTo>
                <a:lnTo>
                  <a:pt x="186563" y="0"/>
                </a:lnTo>
                <a:lnTo>
                  <a:pt x="642493" y="0"/>
                </a:lnTo>
                <a:lnTo>
                  <a:pt x="829056" y="373126"/>
                </a:lnTo>
                <a:lnTo>
                  <a:pt x="642493" y="746125"/>
                </a:lnTo>
                <a:lnTo>
                  <a:pt x="186563" y="746125"/>
                </a:lnTo>
                <a:close/>
              </a:path>
            </a:pathLst>
          </a:custGeom>
          <a:solidFill xmlns:a="http://schemas.openxmlformats.org/drawingml/2006/main">
            <a:srgbClr val="38BDF8"/>
          </a:solidFill>
          <a:ln xmlns:a="http://schemas.openxmlformats.org/drawingml/2006/main">
            <a:noFill/>
          </a:ln>
        </p:spPr>
      </p:sp>
      <p:sp>
        <p:nvSpPr>
          <p:cNvPr id="829" name="Google Shape;829;g3f520f3c22e_2_729">
            <a:extLst xmlns:a="http://schemas.openxmlformats.org/drawingml/2006/main">
              <a:ext uri="{FF2B5EF4-FFF2-40B4-BE49-F238E27FC236}">
                <a16:creationId xmlns:a16="http://schemas.microsoft.com/office/drawing/2014/main" id="{F3FCAB8E-6A58-431E-BBD7-D4754EB6E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43273" y="573024"/>
            <a:ext cx="9263601" cy="316992"/>
          </a:xfrm>
          <a:custGeom xmlns:a="http://schemas.openxmlformats.org/drawingml/2006/main">
            <a:rect l="l" t="t" r="r" b="b"/>
            <a:pathLst>
              <a:path w="18531839" h="633984">
                <a:moveTo>
                  <a:pt x="0" y="0"/>
                </a:moveTo>
                <a:lnTo>
                  <a:pt x="18531839" y="0"/>
                </a:lnTo>
                <a:lnTo>
                  <a:pt x="18531839" y="633984"/>
                </a:lnTo>
                <a:lnTo>
                  <a:pt x="0" y="633984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a69cc91092f64f82">
              <a:alphaModFix amt="0"/>
            </a:blip>
            <a:stretch>
              <a:fillRect l="0" t="-519606" r="0" b="-519606"/>
            </a:stretch>
          </a:blipFill>
          <a:ln xmlns:a="http://schemas.openxmlformats.org/drawingml/2006/main">
            <a:noFill/>
          </a:ln>
        </p:spPr>
      </p:sp>
      <p:sp>
        <p:nvSpPr>
          <p:cNvPr id="830" name="Google Shape;830;g3f520f3c22e_2_729">
            <a:extLst xmlns:a="http://schemas.openxmlformats.org/drawingml/2006/main">
              <a:ext uri="{FF2B5EF4-FFF2-40B4-BE49-F238E27FC236}">
                <a16:creationId xmlns:a16="http://schemas.microsoft.com/office/drawing/2014/main" id="{D200AB8D-8FF3-4323-95F9-C883E236F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43273" y="549212"/>
            <a:ext cx="9263602" cy="3408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 u="none" cap="none">
                <a:solidFill>
                  <a:srgbClr val="4A6FA5"/>
                </a:solidFill>
                <a:latin typeface="Calibri"/>
                <a:ea typeface="Calibri"/>
                <a:cs typeface="Calibri"/>
              </a:rPr>
              <a:t>FIRMWARE 1.3.0</a:t>
            </a:r>
          </a:p>
        </p:txBody>
      </p:sp>
      <p:sp>
        <p:nvSpPr>
          <p:cNvPr id="832" name="Google Shape;832;g3f520f3c22e_2_729">
            <a:extLst xmlns:a="http://schemas.openxmlformats.org/drawingml/2006/main">
              <a:ext uri="{FF2B5EF4-FFF2-40B4-BE49-F238E27FC236}">
                <a16:creationId xmlns:a16="http://schemas.microsoft.com/office/drawing/2014/main" id="{1E2811CB-3106-4CDF-8FC9-02E6B56FF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0392" y="950975"/>
            <a:ext cx="10482496" cy="731520"/>
          </a:xfrm>
          <a:custGeom xmlns:a="http://schemas.openxmlformats.org/drawingml/2006/main">
            <a:rect l="l" t="t" r="r" b="b"/>
            <a:pathLst>
              <a:path w="20970239" h="1463040">
                <a:moveTo>
                  <a:pt x="0" y="0"/>
                </a:moveTo>
                <a:lnTo>
                  <a:pt x="20970239" y="0"/>
                </a:lnTo>
                <a:lnTo>
                  <a:pt x="20970239" y="1463040"/>
                </a:lnTo>
                <a:lnTo>
                  <a:pt x="0" y="1463040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a69cc91092f64f82">
              <a:alphaModFix amt="0"/>
            </a:blip>
            <a:stretch>
              <a:fillRect l="0" t="-229298" r="0" b="-229298"/>
            </a:stretch>
          </a:blipFill>
          <a:ln xmlns:a="http://schemas.openxmlformats.org/drawingml/2006/main">
            <a:noFill/>
          </a:ln>
        </p:spPr>
      </p:sp>
      <p:sp>
        <p:nvSpPr>
          <p:cNvPr id="833" name="Google Shape;833;g3f520f3c22e_2_729">
            <a:extLst xmlns:a="http://schemas.openxmlformats.org/drawingml/2006/main">
              <a:ext uri="{FF2B5EF4-FFF2-40B4-BE49-F238E27FC236}">
                <a16:creationId xmlns:a16="http://schemas.microsoft.com/office/drawing/2014/main" id="{EE104435-CBC9-4166-9ECE-34B64CB89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0392" y="879538"/>
            <a:ext cx="10482497" cy="8029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400" b="1" i="0" u="none" cap="none">
                <a:solidFill>
                  <a:srgbClr val="0F2C4C"/>
                </a:solidFill>
                <a:latin typeface="Calibri"/>
                <a:ea typeface="Calibri"/>
                <a:cs typeface="Calibri"/>
              </a:rPr>
              <a:t>Camadas e limites do ESP32</a:t>
            </a:r>
          </a:p>
        </p:txBody>
      </p:sp>
      <p:sp>
        <p:nvSpPr>
          <p:cNvPr id="834" name="Google Shape;834;g3f520f3c22e_2_729">
            <a:extLst xmlns:a="http://schemas.openxmlformats.org/drawingml/2006/main">
              <a:ext uri="{FF2B5EF4-FFF2-40B4-BE49-F238E27FC236}">
                <a16:creationId xmlns:a16="http://schemas.microsoft.com/office/drawing/2014/main" id="{B81220C5-3476-438A-8549-AA162912D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392" y="1889760"/>
            <a:ext cx="6825812" cy="950976"/>
          </a:xfrm>
          <a:custGeom xmlns:a="http://schemas.openxmlformats.org/drawingml/2006/main">
            <a:rect l="l" t="t" r="r" b="b"/>
            <a:pathLst>
              <a:path w="13655041" h="1901952">
                <a:moveTo>
                  <a:pt x="0" y="146304"/>
                </a:moveTo>
                <a:cubicBezTo>
                  <a:pt x="0" y="65532"/>
                  <a:pt x="65532" y="0"/>
                  <a:pt x="146304" y="0"/>
                </a:cubicBezTo>
                <a:lnTo>
                  <a:pt x="13508737" y="0"/>
                </a:lnTo>
                <a:cubicBezTo>
                  <a:pt x="13589508" y="0"/>
                  <a:pt x="13655041" y="65532"/>
                  <a:pt x="13655041" y="146304"/>
                </a:cubicBezTo>
                <a:lnTo>
                  <a:pt x="13655041" y="1755648"/>
                </a:lnTo>
                <a:cubicBezTo>
                  <a:pt x="13655041" y="1836420"/>
                  <a:pt x="13589508" y="1901952"/>
                  <a:pt x="13508737" y="1901952"/>
                </a:cubicBezTo>
                <a:lnTo>
                  <a:pt x="146304" y="1901952"/>
                </a:lnTo>
                <a:cubicBezTo>
                  <a:pt x="65532" y="1901952"/>
                  <a:pt x="0" y="1836420"/>
                  <a:pt x="0" y="1755648"/>
                </a:cubicBezTo>
                <a:close/>
              </a:path>
            </a:pathLst>
          </a:custGeom>
          <a:solidFill xmlns:a="http://schemas.openxmlformats.org/drawingml/2006/main">
            <a:srgbClr val="0F2C4C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0950" tIns="60950" rIns="60950" bIns="6095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836" name="Google Shape;836;g3f520f3c22e_2_729">
            <a:extLst xmlns:a="http://schemas.openxmlformats.org/drawingml/2006/main">
              <a:ext uri="{FF2B5EF4-FFF2-40B4-BE49-F238E27FC236}">
                <a16:creationId xmlns:a16="http://schemas.microsoft.com/office/drawing/2014/main" id="{DAA87BBF-4301-4706-94E0-76A3CB315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36061" y="1889759"/>
            <a:ext cx="5363138" cy="950976"/>
          </a:xfrm>
          <a:custGeom xmlns:a="http://schemas.openxmlformats.org/drawingml/2006/main">
            <a:rect l="l" t="t" r="r" b="b"/>
            <a:pathLst>
              <a:path w="10728960" h="1901952">
                <a:moveTo>
                  <a:pt x="0" y="0"/>
                </a:moveTo>
                <a:lnTo>
                  <a:pt x="10728960" y="0"/>
                </a:lnTo>
                <a:lnTo>
                  <a:pt x="10728960" y="1901952"/>
                </a:lnTo>
                <a:lnTo>
                  <a:pt x="0" y="1901952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a69cc91092f64f82">
              <a:alphaModFix amt="0"/>
            </a:blip>
            <a:stretch>
              <a:fillRect l="0" t="-59914" r="0" b="-59914"/>
            </a:stretch>
          </a:blipFill>
          <a:ln xmlns:a="http://schemas.openxmlformats.org/drawingml/2006/main">
            <a:noFill/>
          </a:ln>
        </p:spPr>
      </p:sp>
      <p:sp>
        <p:nvSpPr>
          <p:cNvPr id="837" name="Google Shape;837;g3f520f3c22e_2_729">
            <a:extLst xmlns:a="http://schemas.openxmlformats.org/drawingml/2006/main">
              <a:ext uri="{FF2B5EF4-FFF2-40B4-BE49-F238E27FC236}">
                <a16:creationId xmlns:a16="http://schemas.microsoft.com/office/drawing/2014/main" id="{985E6BCB-C753-4002-83C5-72F584813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36061" y="1856422"/>
            <a:ext cx="5363138" cy="9843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99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APLICAÇÃO · TELEMETRIA V1.1</a:t>
            </a:r>
          </a:p>
        </p:txBody>
      </p:sp>
      <p:sp>
        <p:nvSpPr>
          <p:cNvPr id="839" name="Google Shape;839;g3f520f3c22e_2_729">
            <a:extLst xmlns:a="http://schemas.openxmlformats.org/drawingml/2006/main">
              <a:ext uri="{FF2B5EF4-FFF2-40B4-BE49-F238E27FC236}">
                <a16:creationId xmlns:a16="http://schemas.microsoft.com/office/drawing/2014/main" id="{62B28A31-1081-4F45-8B00-F797D5E7C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02193" y="1889759"/>
            <a:ext cx="2072122" cy="950976"/>
          </a:xfrm>
          <a:custGeom xmlns:a="http://schemas.openxmlformats.org/drawingml/2006/main">
            <a:rect l="l" t="t" r="r" b="b"/>
            <a:pathLst>
              <a:path w="4145280" h="1901952">
                <a:moveTo>
                  <a:pt x="0" y="0"/>
                </a:moveTo>
                <a:lnTo>
                  <a:pt x="4145280" y="0"/>
                </a:lnTo>
                <a:lnTo>
                  <a:pt x="4145280" y="1901952"/>
                </a:lnTo>
                <a:lnTo>
                  <a:pt x="0" y="1901952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a69cc91092f64f82">
              <a:alphaModFix amt="0"/>
            </a:blip>
            <a:stretch>
              <a:fillRect l="-8868" t="0" r="-8868" b="0"/>
            </a:stretch>
          </a:blipFill>
          <a:ln xmlns:a="http://schemas.openxmlformats.org/drawingml/2006/main">
            <a:noFill/>
          </a:ln>
        </p:spPr>
      </p:sp>
      <p:sp>
        <p:nvSpPr>
          <p:cNvPr id="840" name="Google Shape;840;g3f520f3c22e_2_729">
            <a:extLst xmlns:a="http://schemas.openxmlformats.org/drawingml/2006/main">
              <a:ext uri="{FF2B5EF4-FFF2-40B4-BE49-F238E27FC236}">
                <a16:creationId xmlns:a16="http://schemas.microsoft.com/office/drawing/2014/main" id="{EEE5CC97-9059-48A6-B1F8-31EBC6E8F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02193" y="1865947"/>
            <a:ext cx="2072122" cy="9747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cap="none">
                <a:solidFill>
                  <a:srgbClr val="C9D7EA"/>
                </a:solidFill>
                <a:latin typeface="Calibri"/>
                <a:ea typeface="Calibri"/>
                <a:cs typeface="Calibri"/>
              </a:rPr>
              <a:t>ULID · boot_id · sequência · estados de qualidade</a:t>
            </a:r>
          </a:p>
        </p:txBody>
      </p:sp>
      <p:sp>
        <p:nvSpPr>
          <p:cNvPr id="841" name="Google Shape;841;g3f520f3c22e_2_729">
            <a:extLst xmlns:a="http://schemas.openxmlformats.org/drawingml/2006/main">
              <a:ext uri="{FF2B5EF4-FFF2-40B4-BE49-F238E27FC236}">
                <a16:creationId xmlns:a16="http://schemas.microsoft.com/office/drawing/2014/main" id="{FC254EB7-A78E-40B1-970C-88AC65F94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392" y="2987040"/>
            <a:ext cx="6825812" cy="950976"/>
          </a:xfrm>
          <a:custGeom xmlns:a="http://schemas.openxmlformats.org/drawingml/2006/main">
            <a:rect l="l" t="t" r="r" b="b"/>
            <a:pathLst>
              <a:path w="13655041" h="1901952">
                <a:moveTo>
                  <a:pt x="0" y="146304"/>
                </a:moveTo>
                <a:cubicBezTo>
                  <a:pt x="0" y="65532"/>
                  <a:pt x="65532" y="0"/>
                  <a:pt x="146304" y="0"/>
                </a:cubicBezTo>
                <a:lnTo>
                  <a:pt x="13508737" y="0"/>
                </a:lnTo>
                <a:cubicBezTo>
                  <a:pt x="13589508" y="0"/>
                  <a:pt x="13655041" y="65532"/>
                  <a:pt x="13655041" y="146304"/>
                </a:cubicBezTo>
                <a:lnTo>
                  <a:pt x="13655041" y="1755648"/>
                </a:lnTo>
                <a:cubicBezTo>
                  <a:pt x="13655041" y="1836420"/>
                  <a:pt x="13589508" y="1901952"/>
                  <a:pt x="13508737" y="1901952"/>
                </a:cubicBezTo>
                <a:lnTo>
                  <a:pt x="146304" y="1901952"/>
                </a:lnTo>
                <a:cubicBezTo>
                  <a:pt x="65532" y="1901952"/>
                  <a:pt x="0" y="1836420"/>
                  <a:pt x="0" y="1755648"/>
                </a:cubicBezTo>
                <a:close/>
              </a:path>
            </a:pathLst>
          </a:custGeom>
          <a:solidFill xmlns:a="http://schemas.openxmlformats.org/drawingml/2006/main">
            <a:srgbClr val="23507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0950" tIns="60950" rIns="60950" bIns="6095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843" name="Google Shape;843;g3f520f3c22e_2_729">
            <a:extLst xmlns:a="http://schemas.openxmlformats.org/drawingml/2006/main">
              <a:ext uri="{FF2B5EF4-FFF2-40B4-BE49-F238E27FC236}">
                <a16:creationId xmlns:a16="http://schemas.microsoft.com/office/drawing/2014/main" id="{05319EED-61E3-4A15-9E6C-2B19DE259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36061" y="2987040"/>
            <a:ext cx="5363138" cy="950975"/>
          </a:xfrm>
          <a:custGeom xmlns:a="http://schemas.openxmlformats.org/drawingml/2006/main">
            <a:rect l="l" t="t" r="r" b="b"/>
            <a:pathLst>
              <a:path w="10728960" h="1901952">
                <a:moveTo>
                  <a:pt x="0" y="0"/>
                </a:moveTo>
                <a:lnTo>
                  <a:pt x="10728960" y="0"/>
                </a:lnTo>
                <a:lnTo>
                  <a:pt x="10728960" y="1901952"/>
                </a:lnTo>
                <a:lnTo>
                  <a:pt x="0" y="1901952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a69cc91092f64f82">
              <a:alphaModFix amt="0"/>
            </a:blip>
            <a:stretch>
              <a:fillRect l="0" t="-59914" r="0" b="-59914"/>
            </a:stretch>
          </a:blipFill>
          <a:ln xmlns:a="http://schemas.openxmlformats.org/drawingml/2006/main">
            <a:noFill/>
          </a:ln>
        </p:spPr>
      </p:sp>
      <p:sp>
        <p:nvSpPr>
          <p:cNvPr id="844" name="Google Shape;844;g3f520f3c22e_2_729">
            <a:extLst xmlns:a="http://schemas.openxmlformats.org/drawingml/2006/main">
              <a:ext uri="{FF2B5EF4-FFF2-40B4-BE49-F238E27FC236}">
                <a16:creationId xmlns:a16="http://schemas.microsoft.com/office/drawing/2014/main" id="{9110B684-6FA7-4C6D-BBFE-09C659F5E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36061" y="2953703"/>
            <a:ext cx="5363138" cy="984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99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TRANSPORTE · MQTT</a:t>
            </a:r>
          </a:p>
        </p:txBody>
      </p:sp>
      <p:sp>
        <p:nvSpPr>
          <p:cNvPr id="846" name="Google Shape;846;g3f520f3c22e_2_729">
            <a:extLst xmlns:a="http://schemas.openxmlformats.org/drawingml/2006/main">
              <a:ext uri="{FF2B5EF4-FFF2-40B4-BE49-F238E27FC236}">
                <a16:creationId xmlns:a16="http://schemas.microsoft.com/office/drawing/2014/main" id="{E62FC4BA-0040-4368-8253-2FC117E09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02193" y="2987040"/>
            <a:ext cx="2072122" cy="950975"/>
          </a:xfrm>
          <a:custGeom xmlns:a="http://schemas.openxmlformats.org/drawingml/2006/main">
            <a:rect l="l" t="t" r="r" b="b"/>
            <a:pathLst>
              <a:path w="4145280" h="1901952">
                <a:moveTo>
                  <a:pt x="0" y="0"/>
                </a:moveTo>
                <a:lnTo>
                  <a:pt x="4145280" y="0"/>
                </a:lnTo>
                <a:lnTo>
                  <a:pt x="4145280" y="1901952"/>
                </a:lnTo>
                <a:lnTo>
                  <a:pt x="0" y="1901952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a69cc91092f64f82">
              <a:alphaModFix amt="0"/>
            </a:blip>
            <a:stretch>
              <a:fillRect l="-8868" t="0" r="-8868" b="0"/>
            </a:stretch>
          </a:blipFill>
          <a:ln xmlns:a="http://schemas.openxmlformats.org/drawingml/2006/main">
            <a:noFill/>
          </a:ln>
        </p:spPr>
      </p:sp>
      <p:sp>
        <p:nvSpPr>
          <p:cNvPr id="847" name="Google Shape;847;g3f520f3c22e_2_729">
            <a:extLst xmlns:a="http://schemas.openxmlformats.org/drawingml/2006/main">
              <a:ext uri="{FF2B5EF4-FFF2-40B4-BE49-F238E27FC236}">
                <a16:creationId xmlns:a16="http://schemas.microsoft.com/office/drawing/2014/main" id="{38A5370B-3D84-426F-8292-8BFCE9FEC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02193" y="2963228"/>
            <a:ext cx="2072122" cy="9747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cap="none">
                <a:solidFill>
                  <a:srgbClr val="C9D7EA"/>
                </a:solidFill>
                <a:latin typeface="Calibri"/>
                <a:ea typeface="Calibri"/>
                <a:cs typeface="Calibri"/>
              </a:rPr>
              <a:t>QoS 1 · LWT · NTP · TLS/mTLS · reconexão</a:t>
            </a:r>
          </a:p>
        </p:txBody>
      </p:sp>
      <p:sp>
        <p:nvSpPr>
          <p:cNvPr id="848" name="Google Shape;848;g3f520f3c22e_2_729">
            <a:extLst xmlns:a="http://schemas.openxmlformats.org/drawingml/2006/main">
              <a:ext uri="{FF2B5EF4-FFF2-40B4-BE49-F238E27FC236}">
                <a16:creationId xmlns:a16="http://schemas.microsoft.com/office/drawing/2014/main" id="{9501C725-D7E6-4A45-858A-01A3FCBCE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392" y="4084320"/>
            <a:ext cx="6825812" cy="950976"/>
          </a:xfrm>
          <a:custGeom xmlns:a="http://schemas.openxmlformats.org/drawingml/2006/main">
            <a:rect l="l" t="t" r="r" b="b"/>
            <a:pathLst>
              <a:path w="13655041" h="1901952">
                <a:moveTo>
                  <a:pt x="0" y="146304"/>
                </a:moveTo>
                <a:cubicBezTo>
                  <a:pt x="0" y="65532"/>
                  <a:pt x="65532" y="0"/>
                  <a:pt x="146304" y="0"/>
                </a:cubicBezTo>
                <a:lnTo>
                  <a:pt x="13508737" y="0"/>
                </a:lnTo>
                <a:cubicBezTo>
                  <a:pt x="13589508" y="0"/>
                  <a:pt x="13655041" y="65532"/>
                  <a:pt x="13655041" y="146304"/>
                </a:cubicBezTo>
                <a:lnTo>
                  <a:pt x="13655041" y="1755648"/>
                </a:lnTo>
                <a:cubicBezTo>
                  <a:pt x="13655041" y="1836420"/>
                  <a:pt x="13589508" y="1901952"/>
                  <a:pt x="13508737" y="1901952"/>
                </a:cubicBezTo>
                <a:lnTo>
                  <a:pt x="146304" y="1901952"/>
                </a:lnTo>
                <a:cubicBezTo>
                  <a:pt x="65532" y="1901952"/>
                  <a:pt x="0" y="1836420"/>
                  <a:pt x="0" y="1755648"/>
                </a:cubicBezTo>
                <a:close/>
              </a:path>
            </a:pathLst>
          </a:custGeom>
          <a:solidFill xmlns:a="http://schemas.openxmlformats.org/drawingml/2006/main">
            <a:srgbClr val="4A6FA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0950" tIns="60950" rIns="60950" bIns="6095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850" name="Google Shape;850;g3f520f3c22e_2_729">
            <a:extLst xmlns:a="http://schemas.openxmlformats.org/drawingml/2006/main">
              <a:ext uri="{FF2B5EF4-FFF2-40B4-BE49-F238E27FC236}">
                <a16:creationId xmlns:a16="http://schemas.microsoft.com/office/drawing/2014/main" id="{68119631-FAF4-4BB7-9F22-EFF16A48A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36061" y="4084320"/>
            <a:ext cx="5363138" cy="950976"/>
          </a:xfrm>
          <a:custGeom xmlns:a="http://schemas.openxmlformats.org/drawingml/2006/main">
            <a:rect l="l" t="t" r="r" b="b"/>
            <a:pathLst>
              <a:path w="10728960" h="1901952">
                <a:moveTo>
                  <a:pt x="0" y="0"/>
                </a:moveTo>
                <a:lnTo>
                  <a:pt x="10728960" y="0"/>
                </a:lnTo>
                <a:lnTo>
                  <a:pt x="10728960" y="1901952"/>
                </a:lnTo>
                <a:lnTo>
                  <a:pt x="0" y="1901952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a69cc91092f64f82">
              <a:alphaModFix amt="0"/>
            </a:blip>
            <a:stretch>
              <a:fillRect l="0" t="-59914" r="0" b="-59914"/>
            </a:stretch>
          </a:blipFill>
          <a:ln xmlns:a="http://schemas.openxmlformats.org/drawingml/2006/main">
            <a:noFill/>
          </a:ln>
        </p:spPr>
      </p:sp>
      <p:sp>
        <p:nvSpPr>
          <p:cNvPr id="851" name="Google Shape;851;g3f520f3c22e_2_729">
            <a:extLst xmlns:a="http://schemas.openxmlformats.org/drawingml/2006/main">
              <a:ext uri="{FF2B5EF4-FFF2-40B4-BE49-F238E27FC236}">
                <a16:creationId xmlns:a16="http://schemas.microsoft.com/office/drawing/2014/main" id="{9A21C4DD-B8A0-46C1-BA2F-3D10056A1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36061" y="4050983"/>
            <a:ext cx="5363138" cy="9843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99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ROBUSTEZ</a:t>
            </a:r>
          </a:p>
        </p:txBody>
      </p:sp>
      <p:sp>
        <p:nvSpPr>
          <p:cNvPr id="853" name="Google Shape;853;g3f520f3c22e_2_729">
            <a:extLst xmlns:a="http://schemas.openxmlformats.org/drawingml/2006/main">
              <a:ext uri="{FF2B5EF4-FFF2-40B4-BE49-F238E27FC236}">
                <a16:creationId xmlns:a16="http://schemas.microsoft.com/office/drawing/2014/main" id="{7C9BCED8-EBB4-4EA0-89FB-DAEE92932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02193" y="4084320"/>
            <a:ext cx="2072122" cy="950976"/>
          </a:xfrm>
          <a:custGeom xmlns:a="http://schemas.openxmlformats.org/drawingml/2006/main">
            <a:rect l="l" t="t" r="r" b="b"/>
            <a:pathLst>
              <a:path w="4145280" h="1901952">
                <a:moveTo>
                  <a:pt x="0" y="0"/>
                </a:moveTo>
                <a:lnTo>
                  <a:pt x="4145280" y="0"/>
                </a:lnTo>
                <a:lnTo>
                  <a:pt x="4145280" y="1901952"/>
                </a:lnTo>
                <a:lnTo>
                  <a:pt x="0" y="1901952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a69cc91092f64f82">
              <a:alphaModFix amt="0"/>
            </a:blip>
            <a:stretch>
              <a:fillRect l="-8868" t="0" r="-8868" b="0"/>
            </a:stretch>
          </a:blipFill>
          <a:ln xmlns:a="http://schemas.openxmlformats.org/drawingml/2006/main">
            <a:noFill/>
          </a:ln>
        </p:spPr>
      </p:sp>
      <p:sp>
        <p:nvSpPr>
          <p:cNvPr id="854" name="Google Shape;854;g3f520f3c22e_2_729">
            <a:extLst xmlns:a="http://schemas.openxmlformats.org/drawingml/2006/main">
              <a:ext uri="{FF2B5EF4-FFF2-40B4-BE49-F238E27FC236}">
                <a16:creationId xmlns:a16="http://schemas.microsoft.com/office/drawing/2014/main" id="{68C15D7B-F8FC-43CB-ABAE-3CA908693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02193" y="4060508"/>
            <a:ext cx="2072122" cy="9747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cap="none">
                <a:solidFill>
                  <a:srgbClr val="C9D7EA"/>
                </a:solidFill>
                <a:latin typeface="Calibri"/>
                <a:ea typeface="Calibri"/>
                <a:cs typeface="Calibri"/>
              </a:rPr>
              <a:t>Watchdog 15 s · fila fixa 3 · heap/payload limitados</a:t>
            </a:r>
          </a:p>
        </p:txBody>
      </p:sp>
      <p:sp>
        <p:nvSpPr>
          <p:cNvPr id="855" name="Google Shape;855;g3f520f3c22e_2_729">
            <a:extLst xmlns:a="http://schemas.openxmlformats.org/drawingml/2006/main">
              <a:ext uri="{FF2B5EF4-FFF2-40B4-BE49-F238E27FC236}">
                <a16:creationId xmlns:a16="http://schemas.microsoft.com/office/drawing/2014/main" id="{93328F81-DDEA-4337-87FD-F37E4E37D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392" y="5181600"/>
            <a:ext cx="6825812" cy="950976"/>
          </a:xfrm>
          <a:custGeom xmlns:a="http://schemas.openxmlformats.org/drawingml/2006/main">
            <a:rect l="l" t="t" r="r" b="b"/>
            <a:pathLst>
              <a:path w="13655041" h="1901952">
                <a:moveTo>
                  <a:pt x="0" y="146304"/>
                </a:moveTo>
                <a:cubicBezTo>
                  <a:pt x="0" y="65532"/>
                  <a:pt x="65532" y="0"/>
                  <a:pt x="146304" y="0"/>
                </a:cubicBezTo>
                <a:lnTo>
                  <a:pt x="13508737" y="0"/>
                </a:lnTo>
                <a:cubicBezTo>
                  <a:pt x="13589508" y="0"/>
                  <a:pt x="13655041" y="65532"/>
                  <a:pt x="13655041" y="146304"/>
                </a:cubicBezTo>
                <a:lnTo>
                  <a:pt x="13655041" y="1755648"/>
                </a:lnTo>
                <a:cubicBezTo>
                  <a:pt x="13655041" y="1836420"/>
                  <a:pt x="13589508" y="1901952"/>
                  <a:pt x="13508737" y="1901952"/>
                </a:cubicBezTo>
                <a:lnTo>
                  <a:pt x="146304" y="1901952"/>
                </a:lnTo>
                <a:cubicBezTo>
                  <a:pt x="65532" y="1901952"/>
                  <a:pt x="0" y="1836420"/>
                  <a:pt x="0" y="1755648"/>
                </a:cubicBezTo>
                <a:close/>
              </a:path>
            </a:pathLst>
          </a:custGeom>
          <a:solidFill xmlns:a="http://schemas.openxmlformats.org/drawingml/2006/main">
            <a:srgbClr val="38BDF8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0950" tIns="60950" rIns="60950" bIns="6095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857" name="Google Shape;857;g3f520f3c22e_2_729">
            <a:extLst xmlns:a="http://schemas.openxmlformats.org/drawingml/2006/main">
              <a:ext uri="{FF2B5EF4-FFF2-40B4-BE49-F238E27FC236}">
                <a16:creationId xmlns:a16="http://schemas.microsoft.com/office/drawing/2014/main" id="{71AC968A-14BC-4094-939B-F6639C24C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36061" y="5181600"/>
            <a:ext cx="5363138" cy="950976"/>
          </a:xfrm>
          <a:custGeom xmlns:a="http://schemas.openxmlformats.org/drawingml/2006/main">
            <a:rect l="l" t="t" r="r" b="b"/>
            <a:pathLst>
              <a:path w="10728960" h="1901952">
                <a:moveTo>
                  <a:pt x="0" y="0"/>
                </a:moveTo>
                <a:lnTo>
                  <a:pt x="10728960" y="0"/>
                </a:lnTo>
                <a:lnTo>
                  <a:pt x="10728960" y="1901952"/>
                </a:lnTo>
                <a:lnTo>
                  <a:pt x="0" y="1901952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a69cc91092f64f82">
              <a:alphaModFix amt="0"/>
            </a:blip>
            <a:stretch>
              <a:fillRect l="0" t="-59914" r="0" b="-59914"/>
            </a:stretch>
          </a:blipFill>
          <a:ln xmlns:a="http://schemas.openxmlformats.org/drawingml/2006/main">
            <a:noFill/>
          </a:ln>
        </p:spPr>
      </p:sp>
      <p:sp>
        <p:nvSpPr>
          <p:cNvPr id="858" name="Google Shape;858;g3f520f3c22e_2_729">
            <a:extLst xmlns:a="http://schemas.openxmlformats.org/drawingml/2006/main">
              <a:ext uri="{FF2B5EF4-FFF2-40B4-BE49-F238E27FC236}">
                <a16:creationId xmlns:a16="http://schemas.microsoft.com/office/drawing/2014/main" id="{6D77BBBF-2E59-4100-838E-1E33E2086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36061" y="5148263"/>
            <a:ext cx="5363138" cy="9843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99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 i="0" u="none" cap="none">
                <a:solidFill>
                  <a:srgbClr val="0F2C4C"/>
                </a:solidFill>
                <a:latin typeface="Calibri"/>
                <a:ea typeface="Calibri"/>
                <a:cs typeface="Calibri"/>
              </a:rPr>
              <a:t>HAL · FONTES</a:t>
            </a:r>
          </a:p>
        </p:txBody>
      </p:sp>
      <p:sp>
        <p:nvSpPr>
          <p:cNvPr id="860" name="Google Shape;860;g3f520f3c22e_2_729">
            <a:extLst xmlns:a="http://schemas.openxmlformats.org/drawingml/2006/main">
              <a:ext uri="{FF2B5EF4-FFF2-40B4-BE49-F238E27FC236}">
                <a16:creationId xmlns:a16="http://schemas.microsoft.com/office/drawing/2014/main" id="{CDB6CED8-4FB2-4A27-99D9-033D68E2D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02193" y="5181600"/>
            <a:ext cx="2072122" cy="950976"/>
          </a:xfrm>
          <a:custGeom xmlns:a="http://schemas.openxmlformats.org/drawingml/2006/main">
            <a:rect l="l" t="t" r="r" b="b"/>
            <a:pathLst>
              <a:path w="4145280" h="1901952">
                <a:moveTo>
                  <a:pt x="0" y="0"/>
                </a:moveTo>
                <a:lnTo>
                  <a:pt x="4145280" y="0"/>
                </a:lnTo>
                <a:lnTo>
                  <a:pt x="4145280" y="1901952"/>
                </a:lnTo>
                <a:lnTo>
                  <a:pt x="0" y="1901952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a69cc91092f64f82">
              <a:alphaModFix amt="0"/>
            </a:blip>
            <a:stretch>
              <a:fillRect l="-8868" t="0" r="-8868" b="0"/>
            </a:stretch>
          </a:blipFill>
          <a:ln xmlns:a="http://schemas.openxmlformats.org/drawingml/2006/main">
            <a:noFill/>
          </a:ln>
        </p:spPr>
      </p:sp>
      <p:sp>
        <p:nvSpPr>
          <p:cNvPr id="861" name="Google Shape;861;g3f520f3c22e_2_729">
            <a:extLst xmlns:a="http://schemas.openxmlformats.org/drawingml/2006/main">
              <a:ext uri="{FF2B5EF4-FFF2-40B4-BE49-F238E27FC236}">
                <a16:creationId xmlns:a16="http://schemas.microsoft.com/office/drawing/2014/main" id="{366D241E-F271-4A4A-8620-34918443A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02193" y="5157788"/>
            <a:ext cx="2072122" cy="9747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cap="none">
                <a:solidFill>
                  <a:srgbClr val="27436B"/>
                </a:solidFill>
                <a:latin typeface="Calibri"/>
                <a:ea typeface="Calibri"/>
                <a:cs typeface="Calibri"/>
              </a:rPr>
              <a:t>HIL serial · sensores físicos · perfil AWS</a:t>
            </a:r>
          </a:p>
        </p:txBody>
      </p:sp>
      <p:sp>
        <p:nvSpPr>
          <p:cNvPr id="862" name="Google Shape;862;g3f520f3c22e_2_729">
            <a:extLst xmlns:a="http://schemas.openxmlformats.org/drawingml/2006/main">
              <a:ext uri="{FF2B5EF4-FFF2-40B4-BE49-F238E27FC236}">
                <a16:creationId xmlns:a16="http://schemas.microsoft.com/office/drawing/2014/main" id="{FCD827EF-8837-4832-A9E7-F24D2CFB0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2818" y="1918970"/>
            <a:ext cx="3656685" cy="40551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444500" marR="0" lvl="1" indent="-222250" algn="l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Clr>
                <a:srgbClr val="3A4C63"/>
              </a:buClr>
              <a:buSzPts val="1900"/>
              <a:buFont typeface="Arial"/>
              <a:buChar char="•"/>
            </a:pPr>
            <a:r>
              <a:rPr sz="1900" b="0" i="0" u="none" cap="none">
                <a:solidFill>
                  <a:srgbClr val="3A4C63"/>
                </a:solidFill>
                <a:latin typeface="Calibri"/>
                <a:ea typeface="Calibri"/>
                <a:cs typeface="Calibri"/>
              </a:rPr>
              <a:t>896 B por payload · 3 mensagens offline · 2 slots OTA de 1,5 MiB</a:t>
            </a:r>
          </a:p>
          <a:p xmlns:a="http://schemas.openxmlformats.org/drawingml/2006/main">
            <a:pPr marL="444500" marR="0" lvl="1" indent="-222250" algn="l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Clr>
                <a:srgbClr val="3A4C63"/>
              </a:buClr>
              <a:buSzPts val="1900"/>
              <a:buFont typeface="Arial"/>
              <a:buChar char="•"/>
            </a:pPr>
            <a:r>
              <a:rPr sz="1900" b="0" i="0" u="none" cap="none">
                <a:solidFill>
                  <a:srgbClr val="3A4C63"/>
                </a:solidFill>
                <a:latin typeface="Calibri"/>
                <a:ea typeface="Calibri"/>
                <a:cs typeface="Calibri"/>
              </a:rPr>
              <a:t>Maior build: 60,7% do slot · OTA assinado ainda é gate</a:t>
            </a:r>
          </a:p>
        </p:txBody>
      </p:sp>
      <p:sp>
        <p:nvSpPr>
          <p:cNvPr id="864" name="Google Shape;864;g3f520f3c22e_2_729">
            <a:extLst xmlns:a="http://schemas.openxmlformats.org/drawingml/2006/main">
              <a:ext uri="{FF2B5EF4-FFF2-40B4-BE49-F238E27FC236}">
                <a16:creationId xmlns:a16="http://schemas.microsoft.com/office/drawing/2014/main" id="{4B65041C-85FA-43E9-9549-A1D381CD7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0392" y="6461760"/>
            <a:ext cx="6703923" cy="304800"/>
          </a:xfrm>
          <a:custGeom xmlns:a="http://schemas.openxmlformats.org/drawingml/2006/main">
            <a:rect l="l" t="t" r="r" b="b"/>
            <a:pathLst>
              <a:path w="13411200" h="609600">
                <a:moveTo>
                  <a:pt x="0" y="0"/>
                </a:moveTo>
                <a:lnTo>
                  <a:pt x="13411200" y="0"/>
                </a:lnTo>
                <a:lnTo>
                  <a:pt x="13411200" y="609600"/>
                </a:lnTo>
                <a:lnTo>
                  <a:pt x="0" y="609600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a69cc91092f64f82">
              <a:alphaModFix amt="0"/>
            </a:blip>
            <a:stretch>
              <a:fillRect l="0" t="-378669" r="0" b="-378669"/>
            </a:stretch>
          </a:blipFill>
          <a:ln xmlns:a="http://schemas.openxmlformats.org/drawingml/2006/main">
            <a:noFill/>
          </a:ln>
        </p:spPr>
      </p:sp>
      <p:sp>
        <p:nvSpPr>
          <p:cNvPr id="865" name="Google Shape;865;g3f520f3c22e_2_729">
            <a:extLst xmlns:a="http://schemas.openxmlformats.org/drawingml/2006/main">
              <a:ext uri="{FF2B5EF4-FFF2-40B4-BE49-F238E27FC236}">
                <a16:creationId xmlns:a16="http://schemas.microsoft.com/office/drawing/2014/main" id="{9F6B803E-69A2-41FE-8F5D-985C3E556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0392" y="6442710"/>
            <a:ext cx="6703923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cap="none">
                <a:solidFill>
                  <a:srgbClr val="7E8FA6"/>
                </a:solidFill>
                <a:latin typeface="Calibri"/>
                <a:ea typeface="Calibri"/>
                <a:cs typeface="Calibri"/>
              </a:rPr>
              <a:t>Air Sense · ESP-WROOM-32 · qualidade do ar · protótipo acadêmico</a:t>
            </a:r>
          </a:p>
        </p:txBody>
      </p:sp>
      <p:sp>
        <p:nvSpPr>
          <p:cNvPr id="867" name="Google Shape;867;g3f520f3c22e_2_729">
            <a:extLst xmlns:a="http://schemas.openxmlformats.org/drawingml/2006/main">
              <a:ext uri="{FF2B5EF4-FFF2-40B4-BE49-F238E27FC236}">
                <a16:creationId xmlns:a16="http://schemas.microsoft.com/office/drawing/2014/main" id="{74B63DD8-ABE2-4385-A494-883998427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09110" y="6461760"/>
            <a:ext cx="609448" cy="304800"/>
          </a:xfrm>
          <a:custGeom xmlns:a="http://schemas.openxmlformats.org/drawingml/2006/main">
            <a:rect l="l" t="t" r="r" b="b"/>
            <a:pathLst>
              <a:path w="1219200" h="609600">
                <a:moveTo>
                  <a:pt x="0" y="0"/>
                </a:moveTo>
                <a:lnTo>
                  <a:pt x="1219200" y="0"/>
                </a:lnTo>
                <a:lnTo>
                  <a:pt x="1219200" y="609600"/>
                </a:lnTo>
                <a:lnTo>
                  <a:pt x="0" y="609600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a69cc91092f64f82">
              <a:alphaModFix amt="0"/>
            </a:blip>
            <a:stretch>
              <a:fillRect l="-14150" t="0" r="-14150" b="0"/>
            </a:stretch>
          </a:blipFill>
          <a:ln xmlns:a="http://schemas.openxmlformats.org/drawingml/2006/main">
            <a:noFill/>
          </a:ln>
        </p:spPr>
      </p:sp>
      <p:sp>
        <p:nvSpPr>
          <p:cNvPr id="868" name="Google Shape;868;g3f520f3c22e_2_729">
            <a:extLst xmlns:a="http://schemas.openxmlformats.org/drawingml/2006/main">
              <a:ext uri="{FF2B5EF4-FFF2-40B4-BE49-F238E27FC236}">
                <a16:creationId xmlns:a16="http://schemas.microsoft.com/office/drawing/2014/main" id="{C1799F63-9F58-4CC1-AA6A-CD366CA64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09110" y="6442710"/>
            <a:ext cx="609448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cap="none">
                <a:solidFill>
                  <a:srgbClr val="7E8FA6"/>
                </a:solidFill>
                <a:latin typeface="Calibri"/>
                <a:ea typeface="Calibri"/>
                <a:cs typeface="Calibr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62470370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EEF3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97" name="Google Shape;897;g3f520f3c22e_2_797">
            <a:extLst xmlns:a="http://schemas.openxmlformats.org/drawingml/2006/main">
              <a:ext uri="{FF2B5EF4-FFF2-40B4-BE49-F238E27FC236}">
                <a16:creationId xmlns:a16="http://schemas.microsoft.com/office/drawing/2014/main" id="{DA4BB276-12B3-4AA1-B9A2-743EC0989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392" y="609600"/>
            <a:ext cx="414424" cy="373063"/>
          </a:xfrm>
          <a:custGeom xmlns:a="http://schemas.openxmlformats.org/drawingml/2006/main">
            <a:rect l="l" t="t" r="r" b="b"/>
            <a:pathLst>
              <a:path w="829056" h="746125">
                <a:moveTo>
                  <a:pt x="0" y="373126"/>
                </a:moveTo>
                <a:lnTo>
                  <a:pt x="186563" y="0"/>
                </a:lnTo>
                <a:lnTo>
                  <a:pt x="642493" y="0"/>
                </a:lnTo>
                <a:lnTo>
                  <a:pt x="829056" y="373126"/>
                </a:lnTo>
                <a:lnTo>
                  <a:pt x="642493" y="746125"/>
                </a:lnTo>
                <a:lnTo>
                  <a:pt x="186563" y="746125"/>
                </a:lnTo>
                <a:close/>
              </a:path>
            </a:pathLst>
          </a:custGeom>
          <a:solidFill xmlns:a="http://schemas.openxmlformats.org/drawingml/2006/main">
            <a:srgbClr val="38BDF8"/>
          </a:solidFill>
          <a:ln xmlns:a="http://schemas.openxmlformats.org/drawingml/2006/main">
            <a:noFill/>
          </a:ln>
        </p:spPr>
      </p:sp>
      <p:sp>
        <p:nvSpPr>
          <p:cNvPr id="899" name="Google Shape;899;g3f520f3c22e_2_797">
            <a:extLst xmlns:a="http://schemas.openxmlformats.org/drawingml/2006/main">
              <a:ext uri="{FF2B5EF4-FFF2-40B4-BE49-F238E27FC236}">
                <a16:creationId xmlns:a16="http://schemas.microsoft.com/office/drawing/2014/main" id="{0E0684CE-39A8-4AAC-9F70-FE46FEE1D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43273" y="573024"/>
            <a:ext cx="9263601" cy="316992"/>
          </a:xfrm>
          <a:custGeom xmlns:a="http://schemas.openxmlformats.org/drawingml/2006/main">
            <a:rect l="l" t="t" r="r" b="b"/>
            <a:pathLst>
              <a:path w="18531839" h="633984">
                <a:moveTo>
                  <a:pt x="0" y="0"/>
                </a:moveTo>
                <a:lnTo>
                  <a:pt x="18531839" y="0"/>
                </a:lnTo>
                <a:lnTo>
                  <a:pt x="18531839" y="633984"/>
                </a:lnTo>
                <a:lnTo>
                  <a:pt x="0" y="633984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ca2088ffbb5a4337">
              <a:alphaModFix amt="0"/>
            </a:blip>
            <a:stretch>
              <a:fillRect l="0" t="-519606" r="0" b="-519606"/>
            </a:stretch>
          </a:blipFill>
          <a:ln xmlns:a="http://schemas.openxmlformats.org/drawingml/2006/main">
            <a:noFill/>
          </a:ln>
        </p:spPr>
      </p:sp>
      <p:sp>
        <p:nvSpPr>
          <p:cNvPr id="900" name="Google Shape;900;g3f520f3c22e_2_797">
            <a:extLst xmlns:a="http://schemas.openxmlformats.org/drawingml/2006/main">
              <a:ext uri="{FF2B5EF4-FFF2-40B4-BE49-F238E27FC236}">
                <a16:creationId xmlns:a16="http://schemas.microsoft.com/office/drawing/2014/main" id="{5B2A7B93-04E1-4E70-8096-9DEAC4208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43273" y="549212"/>
            <a:ext cx="9263602" cy="3408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 u="none" cap="none">
                <a:solidFill>
                  <a:srgbClr val="4A6FA5"/>
                </a:solidFill>
                <a:latin typeface="Calibri"/>
                <a:ea typeface="Calibri"/>
                <a:cs typeface="Calibri"/>
              </a:rPr>
              <a:t>DADOS</a:t>
            </a:r>
          </a:p>
        </p:txBody>
      </p:sp>
      <p:sp>
        <p:nvSpPr>
          <p:cNvPr id="902" name="Google Shape;902;g3f520f3c22e_2_797">
            <a:extLst xmlns:a="http://schemas.openxmlformats.org/drawingml/2006/main">
              <a:ext uri="{FF2B5EF4-FFF2-40B4-BE49-F238E27FC236}">
                <a16:creationId xmlns:a16="http://schemas.microsoft.com/office/drawing/2014/main" id="{11E512C6-5862-4CEB-9DB4-35450CC63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0392" y="950975"/>
            <a:ext cx="10482496" cy="731520"/>
          </a:xfrm>
          <a:custGeom xmlns:a="http://schemas.openxmlformats.org/drawingml/2006/main">
            <a:rect l="l" t="t" r="r" b="b"/>
            <a:pathLst>
              <a:path w="20970239" h="1463040">
                <a:moveTo>
                  <a:pt x="0" y="0"/>
                </a:moveTo>
                <a:lnTo>
                  <a:pt x="20970239" y="0"/>
                </a:lnTo>
                <a:lnTo>
                  <a:pt x="20970239" y="1463040"/>
                </a:lnTo>
                <a:lnTo>
                  <a:pt x="0" y="1463040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ca2088ffbb5a4337">
              <a:alphaModFix amt="0"/>
            </a:blip>
            <a:stretch>
              <a:fillRect l="0" t="-229298" r="0" b="-229298"/>
            </a:stretch>
          </a:blipFill>
          <a:ln xmlns:a="http://schemas.openxmlformats.org/drawingml/2006/main">
            <a:noFill/>
          </a:ln>
        </p:spPr>
      </p:sp>
      <p:sp>
        <p:nvSpPr>
          <p:cNvPr id="903" name="Google Shape;903;g3f520f3c22e_2_797">
            <a:extLst xmlns:a="http://schemas.openxmlformats.org/drawingml/2006/main">
              <a:ext uri="{FF2B5EF4-FFF2-40B4-BE49-F238E27FC236}">
                <a16:creationId xmlns:a16="http://schemas.microsoft.com/office/drawing/2014/main" id="{86EA3CD3-FDE7-4067-8319-EAFD3CD66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0392" y="879538"/>
            <a:ext cx="10482497" cy="8029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400" b="1" i="0" u="none" cap="none">
                <a:solidFill>
                  <a:srgbClr val="0F2C4C"/>
                </a:solidFill>
                <a:latin typeface="Calibri"/>
                <a:ea typeface="Calibri"/>
                <a:cs typeface="Calibri"/>
              </a:rPr>
              <a:t>Contrato de telemetria v1.1</a:t>
            </a:r>
          </a:p>
        </p:txBody>
      </p:sp>
      <p:graphicFrame>
        <p:nvGraphicFramePr>
          <p:cNvPr id="920" name="Google Shape;904;g3f520f3c22e_2_797"/>
          <p:cNvGraphicFramePr/>
          <p:nvPr/>
        </p:nvGraphicFramePr>
        <p:xfrm>
          <a:off xmlns:a="http://schemas.openxmlformats.org/drawingml/2006/main" x="670392" y="1950720"/>
          <a:ext xmlns:a="http://schemas.openxmlformats.org/drawingml/2006/main" cx="3000000" cy="3000000"/>
        </p:xfrm>
        <a:graphic xmlns:a="http://schemas.openxmlformats.org/drawingml/2006/main">
          <a:graphicData uri="http://schemas.openxmlformats.org/drawingml/2006/table">
            <a:tbl>
              <a:tblPr>
                <a:tableStyleId>{93996620-A6B8-4C1D-A588-0D54807D5284}</a:tableStyleId>
              </a:tblPr>
              <a:tblGrid>
                <a:gridCol w="2708650"/>
                <a:gridCol w="2708650"/>
                <a:gridCol w="2708650"/>
                <a:gridCol w="2708650"/>
              </a:tblGrid>
              <a:tr h="60495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2000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900" b="1" u="non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Bloco</a:t>
                      </a:r>
                    </a:p>
                  </a:txBody>
                  <a:tcPr marL="48750" marR="48750" marT="48775" marB="48775" anchor="ctr">
                    <a:lnL w="9525" cmpd="sng">
                      <a:solidFill>
                        <a:srgbClr val="D3DEEA"/>
                      </a:solidFill>
                      <a:prstDash val="solid"/>
                    </a:lnL>
                    <a:lnR w="9525" cmpd="sng">
                      <a:solidFill>
                        <a:srgbClr val="D3DEEA"/>
                      </a:solidFill>
                      <a:prstDash val="solid"/>
                    </a:lnR>
                    <a:lnT w="9525" cmpd="sng">
                      <a:solidFill>
                        <a:srgbClr val="D3DEEA"/>
                      </a:solidFill>
                      <a:prstDash val="solid"/>
                    </a:lnT>
                    <a:lnB w="9525" cmpd="sng">
                      <a:solidFill>
                        <a:srgbClr val="D3DEEA"/>
                      </a:solidFill>
                      <a:prstDash val="solid"/>
                    </a:lnB>
                    <a:solidFill>
                      <a:srgbClr val="0F2C4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2000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900" b="1" u="non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Campos-chave</a:t>
                      </a:r>
                    </a:p>
                  </a:txBody>
                  <a:tcPr marL="48750" marR="48750" marT="48775" marB="48775" anchor="ctr">
                    <a:lnL w="9525" cmpd="sng">
                      <a:solidFill>
                        <a:srgbClr val="D3DEEA"/>
                      </a:solidFill>
                      <a:prstDash val="solid"/>
                    </a:lnL>
                    <a:lnR w="9525" cmpd="sng">
                      <a:solidFill>
                        <a:srgbClr val="D3DEEA"/>
                      </a:solidFill>
                      <a:prstDash val="solid"/>
                    </a:lnR>
                    <a:lnT w="9525" cmpd="sng">
                      <a:solidFill>
                        <a:srgbClr val="D3DEEA"/>
                      </a:solidFill>
                      <a:prstDash val="solid"/>
                    </a:lnT>
                    <a:lnB w="9525" cmpd="sng">
                      <a:solidFill>
                        <a:srgbClr val="D3DEEA"/>
                      </a:solidFill>
                      <a:prstDash val="solid"/>
                    </a:lnB>
                    <a:solidFill>
                      <a:srgbClr val="0F2C4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2000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900" b="1" u="non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Garantia</a:t>
                      </a:r>
                    </a:p>
                  </a:txBody>
                  <a:tcPr marL="48750" marR="48750" marT="48775" marB="48775" anchor="ctr">
                    <a:lnL w="9525" cmpd="sng">
                      <a:solidFill>
                        <a:srgbClr val="D3DEEA"/>
                      </a:solidFill>
                      <a:prstDash val="solid"/>
                    </a:lnL>
                    <a:lnR w="9525" cmpd="sng">
                      <a:solidFill>
                        <a:srgbClr val="D3DEEA"/>
                      </a:solidFill>
                      <a:prstDash val="solid"/>
                    </a:lnR>
                    <a:lnT w="9525" cmpd="sng">
                      <a:solidFill>
                        <a:srgbClr val="D3DEEA"/>
                      </a:solidFill>
                      <a:prstDash val="solid"/>
                    </a:lnT>
                    <a:lnB w="9525" cmpd="sng">
                      <a:solidFill>
                        <a:srgbClr val="D3DEEA"/>
                      </a:solidFill>
                      <a:prstDash val="solid"/>
                    </a:lnB>
                    <a:solidFill>
                      <a:srgbClr val="0F2C4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2000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900" b="1" u="non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Consumidores</a:t>
                      </a:r>
                    </a:p>
                  </a:txBody>
                  <a:tcPr marL="48750" marR="48750" marT="48775" marB="48775" anchor="ctr">
                    <a:lnL w="9525" cmpd="sng">
                      <a:solidFill>
                        <a:srgbClr val="D3DEEA"/>
                      </a:solidFill>
                      <a:prstDash val="solid"/>
                    </a:lnL>
                    <a:lnR w="9525" cmpd="sng">
                      <a:solidFill>
                        <a:srgbClr val="D3DEEA"/>
                      </a:solidFill>
                      <a:prstDash val="solid"/>
                    </a:lnR>
                    <a:lnT w="9525" cmpd="sng">
                      <a:solidFill>
                        <a:srgbClr val="D3DEEA"/>
                      </a:solidFill>
                      <a:prstDash val="solid"/>
                    </a:lnT>
                    <a:lnB w="9525" cmpd="sng">
                      <a:solidFill>
                        <a:srgbClr val="D3DEEA"/>
                      </a:solidFill>
                      <a:prstDash val="solid"/>
                    </a:lnB>
                    <a:solidFill>
                      <a:srgbClr val="0F2C4C"/>
                    </a:solidFill>
                  </a:tcPr>
                </a:tc>
              </a:tr>
              <a:tr h="746225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2000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00" b="1" u="none" cap="none">
                          <a:solidFill>
                            <a:srgbClr val="3A4C63"/>
                          </a:solidFill>
                          <a:latin typeface="Calibri"/>
                          <a:ea typeface="Calibri"/>
                          <a:cs typeface="Calibri"/>
                        </a:rPr>
                        <a:t>Identidade</a:t>
                      </a:r>
                    </a:p>
                  </a:txBody>
                  <a:tcPr marL="48750" marR="48750" marT="48775" marB="48775" anchor="ctr">
                    <a:lnL w="9525" cmpd="sng">
                      <a:solidFill>
                        <a:srgbClr val="D3DEEA"/>
                      </a:solidFill>
                      <a:prstDash val="solid"/>
                    </a:lnL>
                    <a:lnR w="9525" cmpd="sng">
                      <a:solidFill>
                        <a:srgbClr val="D3DEEA"/>
                      </a:solidFill>
                      <a:prstDash val="solid"/>
                    </a:lnR>
                    <a:lnT w="9525" cmpd="sng">
                      <a:solidFill>
                        <a:srgbClr val="D3DEEA"/>
                      </a:solidFill>
                      <a:prstDash val="solid"/>
                    </a:lnT>
                    <a:lnB w="9525" cmpd="sng">
                      <a:solidFill>
                        <a:srgbClr val="D3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2000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00" u="none" cap="none">
                          <a:solidFill>
                            <a:srgbClr val="3A4C63"/>
                          </a:solidFill>
                          <a:latin typeface="Calibri"/>
                          <a:ea typeface="Calibri"/>
                          <a:cs typeface="Calibri"/>
                        </a:rPr>
                        <a:t>message_id, device_id, site_id</a:t>
                      </a:r>
                    </a:p>
                  </a:txBody>
                  <a:tcPr marL="48750" marR="48750" marT="48775" marB="48775" anchor="ctr">
                    <a:lnL w="9525" cmpd="sng">
                      <a:solidFill>
                        <a:srgbClr val="D3DEEA"/>
                      </a:solidFill>
                      <a:prstDash val="solid"/>
                    </a:lnL>
                    <a:lnR w="9525" cmpd="sng">
                      <a:solidFill>
                        <a:srgbClr val="D3DEEA"/>
                      </a:solidFill>
                      <a:prstDash val="solid"/>
                    </a:lnR>
                    <a:lnT w="9525" cmpd="sng">
                      <a:solidFill>
                        <a:srgbClr val="D3DEEA"/>
                      </a:solidFill>
                      <a:prstDash val="solid"/>
                    </a:lnT>
                    <a:lnB w="9525" cmpd="sng">
                      <a:solidFill>
                        <a:srgbClr val="D3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2000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00" u="none" cap="none">
                          <a:solidFill>
                            <a:srgbClr val="3A4C63"/>
                          </a:solidFill>
                          <a:latin typeface="Calibri"/>
                          <a:ea typeface="Calibri"/>
                          <a:cs typeface="Calibri"/>
                        </a:rPr>
                        <a:t>ULID + tópico coerente</a:t>
                      </a:r>
                    </a:p>
                  </a:txBody>
                  <a:tcPr marL="48750" marR="48750" marT="48775" marB="48775" anchor="ctr">
                    <a:lnL w="9525" cmpd="sng">
                      <a:solidFill>
                        <a:srgbClr val="D3DEEA"/>
                      </a:solidFill>
                      <a:prstDash val="solid"/>
                    </a:lnL>
                    <a:lnR w="9525" cmpd="sng">
                      <a:solidFill>
                        <a:srgbClr val="D3DEEA"/>
                      </a:solidFill>
                      <a:prstDash val="solid"/>
                    </a:lnR>
                    <a:lnT w="9525" cmpd="sng">
                      <a:solidFill>
                        <a:srgbClr val="D3DEEA"/>
                      </a:solidFill>
                      <a:prstDash val="solid"/>
                    </a:lnT>
                    <a:lnB w="9525" cmpd="sng">
                      <a:solidFill>
                        <a:srgbClr val="D3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2000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00" u="none" cap="none">
                          <a:solidFill>
                            <a:srgbClr val="3A4C63"/>
                          </a:solidFill>
                          <a:latin typeface="Calibri"/>
                          <a:ea typeface="Calibri"/>
                          <a:cs typeface="Calibri"/>
                        </a:rPr>
                        <a:t>Python / Node / Lambda</a:t>
                      </a:r>
                    </a:p>
                  </a:txBody>
                  <a:tcPr marL="48750" marR="48750" marT="48775" marB="48775" anchor="ctr">
                    <a:lnL w="9525" cmpd="sng">
                      <a:solidFill>
                        <a:srgbClr val="D3DEEA"/>
                      </a:solidFill>
                      <a:prstDash val="solid"/>
                    </a:lnL>
                    <a:lnR w="9525" cmpd="sng">
                      <a:solidFill>
                        <a:srgbClr val="D3DEEA"/>
                      </a:solidFill>
                      <a:prstDash val="solid"/>
                    </a:lnR>
                    <a:lnT w="9525" cmpd="sng">
                      <a:solidFill>
                        <a:srgbClr val="D3DEEA"/>
                      </a:solidFill>
                      <a:prstDash val="solid"/>
                    </a:lnT>
                    <a:lnB w="9525" cmpd="sng">
                      <a:solidFill>
                        <a:srgbClr val="D3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46225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2000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00" b="1" u="none" cap="none">
                          <a:solidFill>
                            <a:srgbClr val="3A4C63"/>
                          </a:solidFill>
                          <a:latin typeface="Calibri"/>
                          <a:ea typeface="Calibri"/>
                          <a:cs typeface="Calibri"/>
                        </a:rPr>
                        <a:t>Tempo</a:t>
                      </a:r>
                    </a:p>
                  </a:txBody>
                  <a:tcPr marL="48750" marR="48750" marT="48775" marB="48775" anchor="ctr">
                    <a:lnL w="9525" cmpd="sng">
                      <a:solidFill>
                        <a:srgbClr val="D3DEEA"/>
                      </a:solidFill>
                      <a:prstDash val="solid"/>
                    </a:lnL>
                    <a:lnR w="9525" cmpd="sng">
                      <a:solidFill>
                        <a:srgbClr val="D3DEEA"/>
                      </a:solidFill>
                      <a:prstDash val="solid"/>
                    </a:lnR>
                    <a:lnT w="9525" cmpd="sng">
                      <a:solidFill>
                        <a:srgbClr val="D3DEEA"/>
                      </a:solidFill>
                      <a:prstDash val="solid"/>
                    </a:lnT>
                    <a:lnB w="9525" cmpd="sng">
                      <a:solidFill>
                        <a:srgbClr val="D3DEEA"/>
                      </a:solidFill>
                      <a:prstDash val="soli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2000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00" u="none" cap="none">
                          <a:solidFill>
                            <a:srgbClr val="3A4C63"/>
                          </a:solidFill>
                          <a:latin typeface="Calibri"/>
                          <a:ea typeface="Calibri"/>
                          <a:cs typeface="Calibri"/>
                        </a:rPr>
                        <a:t>sent_at, sequence, boot_id</a:t>
                      </a:r>
                    </a:p>
                  </a:txBody>
                  <a:tcPr marL="48750" marR="48750" marT="48775" marB="48775" anchor="ctr">
                    <a:lnL w="9525" cmpd="sng">
                      <a:solidFill>
                        <a:srgbClr val="D3DEEA"/>
                      </a:solidFill>
                      <a:prstDash val="solid"/>
                    </a:lnL>
                    <a:lnR w="9525" cmpd="sng">
                      <a:solidFill>
                        <a:srgbClr val="D3DEEA"/>
                      </a:solidFill>
                      <a:prstDash val="solid"/>
                    </a:lnR>
                    <a:lnT w="9525" cmpd="sng">
                      <a:solidFill>
                        <a:srgbClr val="D3DEEA"/>
                      </a:solidFill>
                      <a:prstDash val="solid"/>
                    </a:lnT>
                    <a:lnB w="9525" cmpd="sng">
                      <a:solidFill>
                        <a:srgbClr val="D3DEEA"/>
                      </a:solidFill>
                      <a:prstDash val="soli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2000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00" u="none" cap="none">
                          <a:solidFill>
                            <a:srgbClr val="3A4C63"/>
                          </a:solidFill>
                          <a:latin typeface="Calibri"/>
                          <a:ea typeface="Calibri"/>
                          <a:cs typeface="Calibri"/>
                        </a:rPr>
                        <a:t>RFC 3339 + ordem por boot</a:t>
                      </a:r>
                    </a:p>
                  </a:txBody>
                  <a:tcPr marL="48750" marR="48750" marT="48775" marB="48775" anchor="ctr">
                    <a:lnL w="9525" cmpd="sng">
                      <a:solidFill>
                        <a:srgbClr val="D3DEEA"/>
                      </a:solidFill>
                      <a:prstDash val="solid"/>
                    </a:lnL>
                    <a:lnR w="9525" cmpd="sng">
                      <a:solidFill>
                        <a:srgbClr val="D3DEEA"/>
                      </a:solidFill>
                      <a:prstDash val="solid"/>
                    </a:lnR>
                    <a:lnT w="9525" cmpd="sng">
                      <a:solidFill>
                        <a:srgbClr val="D3DEEA"/>
                      </a:solidFill>
                      <a:prstDash val="solid"/>
                    </a:lnT>
                    <a:lnB w="9525" cmpd="sng">
                      <a:solidFill>
                        <a:srgbClr val="D3DEEA"/>
                      </a:solidFill>
                      <a:prstDash val="soli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2000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00" u="none" cap="none">
                          <a:solidFill>
                            <a:srgbClr val="3A4C63"/>
                          </a:solidFill>
                          <a:latin typeface="Calibri"/>
                          <a:ea typeface="Calibri"/>
                          <a:cs typeface="Calibri"/>
                        </a:rPr>
                        <a:t>Backend / histórico</a:t>
                      </a:r>
                    </a:p>
                  </a:txBody>
                  <a:tcPr marL="48750" marR="48750" marT="48775" marB="48775" anchor="ctr">
                    <a:lnL w="9525" cmpd="sng">
                      <a:solidFill>
                        <a:srgbClr val="D3DEEA"/>
                      </a:solidFill>
                      <a:prstDash val="solid"/>
                    </a:lnL>
                    <a:lnR w="9525" cmpd="sng">
                      <a:solidFill>
                        <a:srgbClr val="D3DEEA"/>
                      </a:solidFill>
                      <a:prstDash val="solid"/>
                    </a:lnR>
                    <a:lnT w="9525" cmpd="sng">
                      <a:solidFill>
                        <a:srgbClr val="D3DEEA"/>
                      </a:solidFill>
                      <a:prstDash val="solid"/>
                    </a:lnT>
                    <a:lnB w="9525" cmpd="sng">
                      <a:solidFill>
                        <a:srgbClr val="D3DEEA"/>
                      </a:solidFill>
                      <a:prstDash val="solid"/>
                    </a:lnB>
                    <a:solidFill>
                      <a:srgbClr val="F2F7FB"/>
                    </a:solidFill>
                  </a:tcPr>
                </a:tc>
              </a:tr>
              <a:tr h="746225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2000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00" b="1" u="none" cap="none">
                          <a:solidFill>
                            <a:srgbClr val="3A4C63"/>
                          </a:solidFill>
                          <a:latin typeface="Calibri"/>
                          <a:ea typeface="Calibri"/>
                          <a:cs typeface="Calibri"/>
                        </a:rPr>
                        <a:t>Medidas</a:t>
                      </a:r>
                    </a:p>
                  </a:txBody>
                  <a:tcPr marL="48750" marR="48750" marT="48775" marB="48775" anchor="ctr">
                    <a:lnL w="9525" cmpd="sng">
                      <a:solidFill>
                        <a:srgbClr val="D3DEEA"/>
                      </a:solidFill>
                      <a:prstDash val="solid"/>
                    </a:lnL>
                    <a:lnR w="9525" cmpd="sng">
                      <a:solidFill>
                        <a:srgbClr val="D3DEEA"/>
                      </a:solidFill>
                      <a:prstDash val="solid"/>
                    </a:lnR>
                    <a:lnT w="9525" cmpd="sng">
                      <a:solidFill>
                        <a:srgbClr val="D3DEEA"/>
                      </a:solidFill>
                      <a:prstDash val="solid"/>
                    </a:lnT>
                    <a:lnB w="9525" cmpd="sng">
                      <a:solidFill>
                        <a:srgbClr val="D3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2000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00" u="none" cap="none">
                          <a:solidFill>
                            <a:srgbClr val="3A4C63"/>
                          </a:solidFill>
                          <a:latin typeface="Calibri"/>
                          <a:ea typeface="Calibri"/>
                          <a:cs typeface="Calibri"/>
                        </a:rPr>
                        <a:t>CO₂, VOC, PM, T/RH, gas_raw_v</a:t>
                      </a:r>
                    </a:p>
                  </a:txBody>
                  <a:tcPr marL="48750" marR="48750" marT="48775" marB="48775" anchor="ctr">
                    <a:lnL w="9525" cmpd="sng">
                      <a:solidFill>
                        <a:srgbClr val="D3DEEA"/>
                      </a:solidFill>
                      <a:prstDash val="solid"/>
                    </a:lnL>
                    <a:lnR w="9525" cmpd="sng">
                      <a:solidFill>
                        <a:srgbClr val="D3DEEA"/>
                      </a:solidFill>
                      <a:prstDash val="solid"/>
                    </a:lnR>
                    <a:lnT w="9525" cmpd="sng">
                      <a:solidFill>
                        <a:srgbClr val="D3DEEA"/>
                      </a:solidFill>
                      <a:prstDash val="solid"/>
                    </a:lnT>
                    <a:lnB w="9525" cmpd="sng">
                      <a:solidFill>
                        <a:srgbClr val="D3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2000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00" u="none" cap="none">
                          <a:solidFill>
                            <a:srgbClr val="3A4C63"/>
                          </a:solidFill>
                          <a:latin typeface="Calibri"/>
                          <a:ea typeface="Calibri"/>
                          <a:cs typeface="Calibri"/>
                        </a:rPr>
                        <a:t>faixas + null explícito</a:t>
                      </a:r>
                    </a:p>
                  </a:txBody>
                  <a:tcPr marL="48750" marR="48750" marT="48775" marB="48775" anchor="ctr">
                    <a:lnL w="9525" cmpd="sng">
                      <a:solidFill>
                        <a:srgbClr val="D3DEEA"/>
                      </a:solidFill>
                      <a:prstDash val="solid"/>
                    </a:lnL>
                    <a:lnR w="9525" cmpd="sng">
                      <a:solidFill>
                        <a:srgbClr val="D3DEEA"/>
                      </a:solidFill>
                      <a:prstDash val="solid"/>
                    </a:lnR>
                    <a:lnT w="9525" cmpd="sng">
                      <a:solidFill>
                        <a:srgbClr val="D3DEEA"/>
                      </a:solidFill>
                      <a:prstDash val="solid"/>
                    </a:lnT>
                    <a:lnB w="9525" cmpd="sng">
                      <a:solidFill>
                        <a:srgbClr val="D3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2000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00" u="none" cap="none">
                          <a:solidFill>
                            <a:srgbClr val="3A4C63"/>
                          </a:solidFill>
                          <a:latin typeface="Calibri"/>
                          <a:ea typeface="Calibri"/>
                          <a:cs typeface="Calibri"/>
                        </a:rPr>
                        <a:t>Web / Flutter / AWS</a:t>
                      </a:r>
                    </a:p>
                  </a:txBody>
                  <a:tcPr marL="48750" marR="48750" marT="48775" marB="48775" anchor="ctr">
                    <a:lnL w="9525" cmpd="sng">
                      <a:solidFill>
                        <a:srgbClr val="D3DEEA"/>
                      </a:solidFill>
                      <a:prstDash val="solid"/>
                    </a:lnL>
                    <a:lnR w="9525" cmpd="sng">
                      <a:solidFill>
                        <a:srgbClr val="D3DEEA"/>
                      </a:solidFill>
                      <a:prstDash val="solid"/>
                    </a:lnR>
                    <a:lnT w="9525" cmpd="sng">
                      <a:solidFill>
                        <a:srgbClr val="D3DEEA"/>
                      </a:solidFill>
                      <a:prstDash val="solid"/>
                    </a:lnT>
                    <a:lnB w="9525" cmpd="sng">
                      <a:solidFill>
                        <a:srgbClr val="D3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46225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2000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00" b="1" u="none" cap="none">
                          <a:solidFill>
                            <a:srgbClr val="3A4C63"/>
                          </a:solidFill>
                          <a:latin typeface="Calibri"/>
                          <a:ea typeface="Calibri"/>
                          <a:cs typeface="Calibri"/>
                        </a:rPr>
                        <a:t>Qualidade</a:t>
                      </a:r>
                    </a:p>
                  </a:txBody>
                  <a:tcPr marL="48750" marR="48750" marT="48775" marB="48775" anchor="ctr">
                    <a:lnL w="9525" cmpd="sng">
                      <a:solidFill>
                        <a:srgbClr val="D3DEEA"/>
                      </a:solidFill>
                      <a:prstDash val="solid"/>
                    </a:lnL>
                    <a:lnR w="9525" cmpd="sng">
                      <a:solidFill>
                        <a:srgbClr val="D3DEEA"/>
                      </a:solidFill>
                      <a:prstDash val="solid"/>
                    </a:lnR>
                    <a:lnT w="9525" cmpd="sng">
                      <a:solidFill>
                        <a:srgbClr val="D3DEEA"/>
                      </a:solidFill>
                      <a:prstDash val="solid"/>
                    </a:lnT>
                    <a:lnB w="9525" cmpd="sng">
                      <a:solidFill>
                        <a:srgbClr val="D3DEEA"/>
                      </a:solidFill>
                      <a:prstDash val="soli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2000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00" u="none" cap="none">
                          <a:solidFill>
                            <a:srgbClr val="3A4C63"/>
                          </a:solidFill>
                          <a:latin typeface="Calibri"/>
                          <a:ea typeface="Calibri"/>
                          <a:cs typeface="Calibri"/>
                        </a:rPr>
                        <a:t>gas_status, sensor_status</a:t>
                      </a:r>
                    </a:p>
                  </a:txBody>
                  <a:tcPr marL="48750" marR="48750" marT="48775" marB="48775" anchor="ctr">
                    <a:lnL w="9525" cmpd="sng">
                      <a:solidFill>
                        <a:srgbClr val="D3DEEA"/>
                      </a:solidFill>
                      <a:prstDash val="solid"/>
                    </a:lnL>
                    <a:lnR w="9525" cmpd="sng">
                      <a:solidFill>
                        <a:srgbClr val="D3DEEA"/>
                      </a:solidFill>
                      <a:prstDash val="solid"/>
                    </a:lnR>
                    <a:lnT w="9525" cmpd="sng">
                      <a:solidFill>
                        <a:srgbClr val="D3DEEA"/>
                      </a:solidFill>
                      <a:prstDash val="solid"/>
                    </a:lnT>
                    <a:lnB w="9525" cmpd="sng">
                      <a:solidFill>
                        <a:srgbClr val="D3DEEA"/>
                      </a:solidFill>
                      <a:prstDash val="soli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2000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00" u="none" cap="none">
                          <a:solidFill>
                            <a:srgbClr val="3A4C63"/>
                          </a:solidFill>
                          <a:latin typeface="Calibri"/>
                          <a:ea typeface="Calibri"/>
                          <a:cs typeface="Calibri"/>
                        </a:rPr>
                        <a:t>sem inventar precisão</a:t>
                      </a:r>
                    </a:p>
                  </a:txBody>
                  <a:tcPr marL="48750" marR="48750" marT="48775" marB="48775" anchor="ctr">
                    <a:lnL w="9525" cmpd="sng">
                      <a:solidFill>
                        <a:srgbClr val="D3DEEA"/>
                      </a:solidFill>
                      <a:prstDash val="solid"/>
                    </a:lnL>
                    <a:lnR w="9525" cmpd="sng">
                      <a:solidFill>
                        <a:srgbClr val="D3DEEA"/>
                      </a:solidFill>
                      <a:prstDash val="solid"/>
                    </a:lnR>
                    <a:lnT w="9525" cmpd="sng">
                      <a:solidFill>
                        <a:srgbClr val="D3DEEA"/>
                      </a:solidFill>
                      <a:prstDash val="solid"/>
                    </a:lnT>
                    <a:lnB w="9525" cmpd="sng">
                      <a:solidFill>
                        <a:srgbClr val="D3DEEA"/>
                      </a:solidFill>
                      <a:prstDash val="soli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2000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00" u="none" cap="none">
                          <a:solidFill>
                            <a:srgbClr val="3A4C63"/>
                          </a:solidFill>
                          <a:latin typeface="Calibri"/>
                          <a:ea typeface="Calibri"/>
                          <a:cs typeface="Calibri"/>
                        </a:rPr>
                        <a:t>veredito / alertas</a:t>
                      </a:r>
                    </a:p>
                  </a:txBody>
                  <a:tcPr marL="48750" marR="48750" marT="48775" marB="48775" anchor="ctr">
                    <a:lnL w="9525" cmpd="sng">
                      <a:solidFill>
                        <a:srgbClr val="D3DEEA"/>
                      </a:solidFill>
                      <a:prstDash val="solid"/>
                    </a:lnL>
                    <a:lnR w="9525" cmpd="sng">
                      <a:solidFill>
                        <a:srgbClr val="D3DEEA"/>
                      </a:solidFill>
                      <a:prstDash val="solid"/>
                    </a:lnR>
                    <a:lnT w="9525" cmpd="sng">
                      <a:solidFill>
                        <a:srgbClr val="D3DEEA"/>
                      </a:solidFill>
                      <a:prstDash val="solid"/>
                    </a:lnT>
                    <a:lnB w="9525" cmpd="sng">
                      <a:solidFill>
                        <a:srgbClr val="D3DEEA"/>
                      </a:solidFill>
                      <a:prstDash val="solid"/>
                    </a:lnB>
                    <a:solidFill>
                      <a:srgbClr val="F2F7FB"/>
                    </a:solidFill>
                  </a:tcPr>
                </a:tc>
              </a:tr>
            </a:tbl>
          </a:graphicData>
        </a:graphic>
      </p:graphicFrame>
      <p:sp>
        <p:nvSpPr>
          <p:cNvPr id="906" name="Google Shape;906;g3f520f3c22e_2_797">
            <a:extLst xmlns:a="http://schemas.openxmlformats.org/drawingml/2006/main">
              <a:ext uri="{FF2B5EF4-FFF2-40B4-BE49-F238E27FC236}">
                <a16:creationId xmlns:a16="http://schemas.microsoft.com/office/drawing/2014/main" id="{688FA97A-A686-4F64-AA35-8A0176D26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0392" y="5791200"/>
            <a:ext cx="10848166" cy="365759"/>
          </a:xfrm>
          <a:custGeom xmlns:a="http://schemas.openxmlformats.org/drawingml/2006/main">
            <a:rect l="l" t="t" r="r" b="b"/>
            <a:pathLst>
              <a:path w="21701761" h="731520">
                <a:moveTo>
                  <a:pt x="0" y="0"/>
                </a:moveTo>
                <a:lnTo>
                  <a:pt x="21701761" y="0"/>
                </a:lnTo>
                <a:lnTo>
                  <a:pt x="21701761" y="731520"/>
                </a:lnTo>
                <a:lnTo>
                  <a:pt x="0" y="731520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ca2088ffbb5a4337">
              <a:alphaModFix amt="0"/>
            </a:blip>
            <a:stretch>
              <a:fillRect l="0" t="-528035" r="0" b="-528035"/>
            </a:stretch>
          </a:blipFill>
          <a:ln xmlns:a="http://schemas.openxmlformats.org/drawingml/2006/main">
            <a:noFill/>
          </a:ln>
        </p:spPr>
      </p:sp>
      <p:sp>
        <p:nvSpPr>
          <p:cNvPr id="907" name="Google Shape;907;g3f520f3c22e_2_797">
            <a:extLst xmlns:a="http://schemas.openxmlformats.org/drawingml/2006/main">
              <a:ext uri="{FF2B5EF4-FFF2-40B4-BE49-F238E27FC236}">
                <a16:creationId xmlns:a16="http://schemas.microsoft.com/office/drawing/2014/main" id="{223C0E67-9A59-4DB4-ACB4-427005880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0392" y="5767388"/>
            <a:ext cx="10848165" cy="3895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1" u="none" cap="none">
                <a:solidFill>
                  <a:srgbClr val="7E8FA6"/>
                </a:solidFill>
                <a:latin typeface="Calibri"/>
                <a:ea typeface="Calibri"/>
                <a:cs typeface="Calibri"/>
              </a:rPr>
              <a:t>O backend lê v1.0/v1.1; o firmware final produz v1.1. LPG permanece nulo até calibração rastreável.</a:t>
            </a:r>
          </a:p>
        </p:txBody>
      </p:sp>
      <p:sp>
        <p:nvSpPr>
          <p:cNvPr id="909" name="Google Shape;909;g3f520f3c22e_2_797">
            <a:extLst xmlns:a="http://schemas.openxmlformats.org/drawingml/2006/main">
              <a:ext uri="{FF2B5EF4-FFF2-40B4-BE49-F238E27FC236}">
                <a16:creationId xmlns:a16="http://schemas.microsoft.com/office/drawing/2014/main" id="{219A99C1-FD7B-418E-BF9E-1EE186538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0392" y="6461760"/>
            <a:ext cx="6703923" cy="304800"/>
          </a:xfrm>
          <a:custGeom xmlns:a="http://schemas.openxmlformats.org/drawingml/2006/main">
            <a:rect l="l" t="t" r="r" b="b"/>
            <a:pathLst>
              <a:path w="13411200" h="609600">
                <a:moveTo>
                  <a:pt x="0" y="0"/>
                </a:moveTo>
                <a:lnTo>
                  <a:pt x="13411200" y="0"/>
                </a:lnTo>
                <a:lnTo>
                  <a:pt x="13411200" y="609600"/>
                </a:lnTo>
                <a:lnTo>
                  <a:pt x="0" y="609600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ca2088ffbb5a4337">
              <a:alphaModFix amt="0"/>
            </a:blip>
            <a:stretch>
              <a:fillRect l="0" t="-378669" r="0" b="-378669"/>
            </a:stretch>
          </a:blipFill>
          <a:ln xmlns:a="http://schemas.openxmlformats.org/drawingml/2006/main">
            <a:noFill/>
          </a:ln>
        </p:spPr>
      </p:sp>
      <p:sp>
        <p:nvSpPr>
          <p:cNvPr id="910" name="Google Shape;910;g3f520f3c22e_2_797">
            <a:extLst xmlns:a="http://schemas.openxmlformats.org/drawingml/2006/main">
              <a:ext uri="{FF2B5EF4-FFF2-40B4-BE49-F238E27FC236}">
                <a16:creationId xmlns:a16="http://schemas.microsoft.com/office/drawing/2014/main" id="{AD3F2B61-10E7-447F-8C99-C70E85DD7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0392" y="6442710"/>
            <a:ext cx="6703923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cap="none">
                <a:solidFill>
                  <a:srgbClr val="7E8FA6"/>
                </a:solidFill>
                <a:latin typeface="Calibri"/>
                <a:ea typeface="Calibri"/>
                <a:cs typeface="Calibri"/>
              </a:rPr>
              <a:t>Air Sense · ESP-WROOM-32 · qualidade do ar · protótipo acadêmico</a:t>
            </a:r>
          </a:p>
        </p:txBody>
      </p:sp>
      <p:sp>
        <p:nvSpPr>
          <p:cNvPr id="912" name="Google Shape;912;g3f520f3c22e_2_797">
            <a:extLst xmlns:a="http://schemas.openxmlformats.org/drawingml/2006/main">
              <a:ext uri="{FF2B5EF4-FFF2-40B4-BE49-F238E27FC236}">
                <a16:creationId xmlns:a16="http://schemas.microsoft.com/office/drawing/2014/main" id="{C3E9237D-1E53-401E-858A-55E9A4CEC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09110" y="6461760"/>
            <a:ext cx="609448" cy="304800"/>
          </a:xfrm>
          <a:custGeom xmlns:a="http://schemas.openxmlformats.org/drawingml/2006/main">
            <a:rect l="l" t="t" r="r" b="b"/>
            <a:pathLst>
              <a:path w="1219200" h="609600">
                <a:moveTo>
                  <a:pt x="0" y="0"/>
                </a:moveTo>
                <a:lnTo>
                  <a:pt x="1219200" y="0"/>
                </a:lnTo>
                <a:lnTo>
                  <a:pt x="1219200" y="609600"/>
                </a:lnTo>
                <a:lnTo>
                  <a:pt x="0" y="609600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ca2088ffbb5a4337">
              <a:alphaModFix amt="0"/>
            </a:blip>
            <a:stretch>
              <a:fillRect l="-14150" t="0" r="-14150" b="0"/>
            </a:stretch>
          </a:blipFill>
          <a:ln xmlns:a="http://schemas.openxmlformats.org/drawingml/2006/main">
            <a:noFill/>
          </a:ln>
        </p:spPr>
      </p:sp>
      <p:sp>
        <p:nvSpPr>
          <p:cNvPr id="913" name="Google Shape;913;g3f520f3c22e_2_797">
            <a:extLst xmlns:a="http://schemas.openxmlformats.org/drawingml/2006/main">
              <a:ext uri="{FF2B5EF4-FFF2-40B4-BE49-F238E27FC236}">
                <a16:creationId xmlns:a16="http://schemas.microsoft.com/office/drawing/2014/main" id="{CEF883F2-EF0D-4FF6-B1C6-5CD811841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09110" y="6442710"/>
            <a:ext cx="609448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cap="none">
                <a:solidFill>
                  <a:srgbClr val="7E8FA6"/>
                </a:solidFill>
                <a:latin typeface="Calibri"/>
                <a:ea typeface="Calibri"/>
                <a:cs typeface="Calibr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04753092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EEF3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58" name="Google Shape;1558;g3f520f3c22e_2_1437">
            <a:extLst xmlns:a="http://schemas.openxmlformats.org/drawingml/2006/main">
              <a:ext uri="{FF2B5EF4-FFF2-40B4-BE49-F238E27FC236}">
                <a16:creationId xmlns:a16="http://schemas.microsoft.com/office/drawing/2014/main" id="{E2488201-FC39-43E6-8725-54E3AC4E9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392" y="609600"/>
            <a:ext cx="414424" cy="373063"/>
          </a:xfrm>
          <a:custGeom xmlns:a="http://schemas.openxmlformats.org/drawingml/2006/main">
            <a:rect l="l" t="t" r="r" b="b"/>
            <a:pathLst>
              <a:path w="829056" h="746125">
                <a:moveTo>
                  <a:pt x="0" y="373126"/>
                </a:moveTo>
                <a:lnTo>
                  <a:pt x="186563" y="0"/>
                </a:lnTo>
                <a:lnTo>
                  <a:pt x="642493" y="0"/>
                </a:lnTo>
                <a:lnTo>
                  <a:pt x="829056" y="373126"/>
                </a:lnTo>
                <a:lnTo>
                  <a:pt x="642493" y="746125"/>
                </a:lnTo>
                <a:lnTo>
                  <a:pt x="186563" y="746125"/>
                </a:lnTo>
                <a:close/>
              </a:path>
            </a:pathLst>
          </a:custGeom>
          <a:solidFill xmlns:a="http://schemas.openxmlformats.org/drawingml/2006/main">
            <a:srgbClr val="38BDF8"/>
          </a:solidFill>
          <a:ln xmlns:a="http://schemas.openxmlformats.org/drawingml/2006/main">
            <a:noFill/>
          </a:ln>
        </p:spPr>
      </p:sp>
      <p:sp>
        <p:nvSpPr>
          <p:cNvPr id="1560" name="Google Shape;1560;g3f520f3c22e_2_1437">
            <a:extLst xmlns:a="http://schemas.openxmlformats.org/drawingml/2006/main">
              <a:ext uri="{FF2B5EF4-FFF2-40B4-BE49-F238E27FC236}">
                <a16:creationId xmlns:a16="http://schemas.microsoft.com/office/drawing/2014/main" id="{2826E7AE-ADC6-4205-A116-9D249F553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43273" y="573024"/>
            <a:ext cx="9263601" cy="316992"/>
          </a:xfrm>
          <a:custGeom xmlns:a="http://schemas.openxmlformats.org/drawingml/2006/main">
            <a:rect l="l" t="t" r="r" b="b"/>
            <a:pathLst>
              <a:path w="18531839" h="633984">
                <a:moveTo>
                  <a:pt x="0" y="0"/>
                </a:moveTo>
                <a:lnTo>
                  <a:pt x="18531839" y="0"/>
                </a:lnTo>
                <a:lnTo>
                  <a:pt x="18531839" y="633984"/>
                </a:lnTo>
                <a:lnTo>
                  <a:pt x="0" y="633984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f5950a8912c14b17">
              <a:alphaModFix amt="0"/>
            </a:blip>
            <a:stretch>
              <a:fillRect l="0" t="-519606" r="0" b="-519606"/>
            </a:stretch>
          </a:blipFill>
          <a:ln xmlns:a="http://schemas.openxmlformats.org/drawingml/2006/main">
            <a:noFill/>
          </a:ln>
        </p:spPr>
      </p:sp>
      <p:sp>
        <p:nvSpPr>
          <p:cNvPr id="1561" name="Google Shape;1561;g3f520f3c22e_2_1437">
            <a:extLst xmlns:a="http://schemas.openxmlformats.org/drawingml/2006/main">
              <a:ext uri="{FF2B5EF4-FFF2-40B4-BE49-F238E27FC236}">
                <a16:creationId xmlns:a16="http://schemas.microsoft.com/office/drawing/2014/main" id="{BD76FD13-B265-4C0B-A690-97C08A2A6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43273" y="549212"/>
            <a:ext cx="9263602" cy="3408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 u="none" cap="none">
                <a:solidFill>
                  <a:srgbClr val="4A6FA5"/>
                </a:solidFill>
                <a:latin typeface="Calibri"/>
                <a:ea typeface="Calibri"/>
                <a:cs typeface="Calibri"/>
              </a:rPr>
              <a:t>WEB/PWA</a:t>
            </a:r>
          </a:p>
        </p:txBody>
      </p:sp>
      <p:sp>
        <p:nvSpPr>
          <p:cNvPr id="1563" name="Google Shape;1563;g3f520f3c22e_2_1437">
            <a:extLst xmlns:a="http://schemas.openxmlformats.org/drawingml/2006/main">
              <a:ext uri="{FF2B5EF4-FFF2-40B4-BE49-F238E27FC236}">
                <a16:creationId xmlns:a16="http://schemas.microsoft.com/office/drawing/2014/main" id="{A22C840C-5FB0-4787-9C52-B8570E212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0392" y="950975"/>
            <a:ext cx="10482496" cy="731520"/>
          </a:xfrm>
          <a:custGeom xmlns:a="http://schemas.openxmlformats.org/drawingml/2006/main">
            <a:rect l="l" t="t" r="r" b="b"/>
            <a:pathLst>
              <a:path w="20970239" h="1463040">
                <a:moveTo>
                  <a:pt x="0" y="0"/>
                </a:moveTo>
                <a:lnTo>
                  <a:pt x="20970239" y="0"/>
                </a:lnTo>
                <a:lnTo>
                  <a:pt x="20970239" y="1463040"/>
                </a:lnTo>
                <a:lnTo>
                  <a:pt x="0" y="1463040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f5950a8912c14b17">
              <a:alphaModFix amt="0"/>
            </a:blip>
            <a:stretch>
              <a:fillRect l="0" t="-229298" r="0" b="-229298"/>
            </a:stretch>
          </a:blipFill>
          <a:ln xmlns:a="http://schemas.openxmlformats.org/drawingml/2006/main">
            <a:noFill/>
          </a:ln>
        </p:spPr>
      </p:sp>
      <p:sp>
        <p:nvSpPr>
          <p:cNvPr id="1564" name="Google Shape;1564;g3f520f3c22e_2_1437">
            <a:extLst xmlns:a="http://schemas.openxmlformats.org/drawingml/2006/main">
              <a:ext uri="{FF2B5EF4-FFF2-40B4-BE49-F238E27FC236}">
                <a16:creationId xmlns:a16="http://schemas.microsoft.com/office/drawing/2014/main" id="{661114D6-C291-4E9C-A55A-E0D704CFB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0392" y="879538"/>
            <a:ext cx="10482497" cy="8029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400" b="1" i="0" u="none" cap="none">
                <a:solidFill>
                  <a:srgbClr val="0F2C4C"/>
                </a:solidFill>
                <a:latin typeface="Calibri"/>
                <a:ea typeface="Calibri"/>
                <a:cs typeface="Calibri"/>
              </a:rPr>
              <a:t>Quatro telas, estado explícito</a:t>
            </a:r>
          </a:p>
        </p:txBody>
      </p:sp>
      <p:sp>
        <p:nvSpPr>
          <p:cNvPr id="1565" name="Google Shape;1565;g3f520f3c22e_2_1437">
            <a:extLst xmlns:a="http://schemas.openxmlformats.org/drawingml/2006/main">
              <a:ext uri="{FF2B5EF4-FFF2-40B4-BE49-F238E27FC236}">
                <a16:creationId xmlns:a16="http://schemas.microsoft.com/office/drawing/2014/main" id="{697F40BF-49EE-439A-8732-23B409B3A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810" y="1879175"/>
            <a:ext cx="10869369" cy="3861689"/>
          </a:xfrm>
          <a:custGeom xmlns:a="http://schemas.openxmlformats.org/drawingml/2006/main">
            <a:rect l="l" t="t" r="r" b="b"/>
            <a:pathLst>
              <a:path w="21744177" h="7723378">
                <a:moveTo>
                  <a:pt x="0" y="196215"/>
                </a:moveTo>
                <a:cubicBezTo>
                  <a:pt x="0" y="87884"/>
                  <a:pt x="87884" y="0"/>
                  <a:pt x="196215" y="0"/>
                </a:cubicBezTo>
                <a:lnTo>
                  <a:pt x="21547962" y="0"/>
                </a:lnTo>
                <a:cubicBezTo>
                  <a:pt x="21656294" y="0"/>
                  <a:pt x="21744177" y="87884"/>
                  <a:pt x="21744177" y="196215"/>
                </a:cubicBezTo>
                <a:lnTo>
                  <a:pt x="21744177" y="7527163"/>
                </a:lnTo>
                <a:cubicBezTo>
                  <a:pt x="21744177" y="7635494"/>
                  <a:pt x="21656294" y="7723378"/>
                  <a:pt x="21547962" y="7723378"/>
                </a:cubicBezTo>
                <a:lnTo>
                  <a:pt x="196215" y="7723378"/>
                </a:lnTo>
                <a:cubicBezTo>
                  <a:pt x="87884" y="7723251"/>
                  <a:pt x="0" y="7635494"/>
                  <a:pt x="0" y="7527163"/>
                </a:cubicBezTo>
                <a:close/>
              </a:path>
            </a:pathLst>
          </a:custGeom>
          <a:solidFill xmlns:a="http://schemas.openxmlformats.org/drawingml/2006/main">
            <a:srgbClr val="F7FAFD"/>
          </a:solidFill>
          <a:ln xmlns:a="http://schemas.openxmlformats.org/drawingml/2006/main" w="31750" cmpd="sng">
            <a:solidFill>
              <a:srgbClr val="A9C1DC"/>
            </a:solidFill>
            <a:prstDash val="dash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60950" tIns="60950" rIns="60950" bIns="6095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568" name="Google Shape;1568;g3f520f3c22e_2_1437">
            <a:extLst xmlns:a="http://schemas.openxmlformats.org/drawingml/2006/main">
              <a:ext uri="{FF2B5EF4-FFF2-40B4-BE49-F238E27FC236}">
                <a16:creationId xmlns:a16="http://schemas.microsoft.com/office/drawing/2014/main" id="{5293C2F5-66A6-49B8-BAC5-3AA1B0AC1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4171" y="3870960"/>
            <a:ext cx="10360608" cy="365760"/>
          </a:xfrm>
          <a:custGeom xmlns:a="http://schemas.openxmlformats.org/drawingml/2006/main">
            <a:rect l="l" t="t" r="r" b="b"/>
            <a:pathLst>
              <a:path w="20726400" h="731520">
                <a:moveTo>
                  <a:pt x="0" y="0"/>
                </a:moveTo>
                <a:lnTo>
                  <a:pt x="20726400" y="0"/>
                </a:lnTo>
                <a:lnTo>
                  <a:pt x="20726400" y="731520"/>
                </a:lnTo>
                <a:lnTo>
                  <a:pt x="0" y="731520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f5950a8912c14b17">
              <a:alphaModFix amt="0"/>
            </a:blip>
            <a:stretch>
              <a:fillRect l="0" t="-502120" r="0" b="-502120"/>
            </a:stretch>
          </a:blipFill>
          <a:ln xmlns:a="http://schemas.openxmlformats.org/drawingml/2006/main">
            <a:noFill/>
          </a:ln>
        </p:spPr>
      </p:sp>
      <p:sp>
        <p:nvSpPr>
          <p:cNvPr id="1569" name="Google Shape;1569;g3f520f3c22e_2_1437">
            <a:extLst xmlns:a="http://schemas.openxmlformats.org/drawingml/2006/main">
              <a:ext uri="{FF2B5EF4-FFF2-40B4-BE49-F238E27FC236}">
                <a16:creationId xmlns:a16="http://schemas.microsoft.com/office/drawing/2014/main" id="{6C70057D-0C17-4366-9E00-21FBC20D8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4171" y="3842385"/>
            <a:ext cx="10360608" cy="3943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 i="0" u="none" cap="none">
                <a:solidFill>
                  <a:srgbClr val="7E8FA6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1571" name="Google Shape;1571;g3f520f3c22e_2_1437">
            <a:extLst xmlns:a="http://schemas.openxmlformats.org/drawingml/2006/main">
              <a:ext uri="{FF2B5EF4-FFF2-40B4-BE49-F238E27FC236}">
                <a16:creationId xmlns:a16="http://schemas.microsoft.com/office/drawing/2014/main" id="{17450E2A-D3A4-406C-8267-CEE781B72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4171" y="4224528"/>
            <a:ext cx="10360608" cy="292608"/>
          </a:xfrm>
          <a:custGeom xmlns:a="http://schemas.openxmlformats.org/drawingml/2006/main">
            <a:rect l="l" t="t" r="r" b="b"/>
            <a:pathLst>
              <a:path w="20726400" h="585216">
                <a:moveTo>
                  <a:pt x="0" y="0"/>
                </a:moveTo>
                <a:lnTo>
                  <a:pt x="20726400" y="0"/>
                </a:lnTo>
                <a:lnTo>
                  <a:pt x="20726400" y="585216"/>
                </a:lnTo>
                <a:lnTo>
                  <a:pt x="0" y="585216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f5950a8912c14b17">
              <a:alphaModFix amt="0"/>
            </a:blip>
            <a:stretch>
              <a:fillRect l="0" t="-640036" r="0" b="-640036"/>
            </a:stretch>
          </a:blipFill>
          <a:ln xmlns:a="http://schemas.openxmlformats.org/drawingml/2006/main">
            <a:noFill/>
          </a:ln>
        </p:spPr>
      </p:sp>
      <p:sp>
        <p:nvSpPr>
          <p:cNvPr id="1572" name="Google Shape;1572;g3f520f3c22e_2_1437">
            <a:extLst xmlns:a="http://schemas.openxmlformats.org/drawingml/2006/main">
              <a:ext uri="{FF2B5EF4-FFF2-40B4-BE49-F238E27FC236}">
                <a16:creationId xmlns:a16="http://schemas.microsoft.com/office/drawing/2014/main" id="{AB2B29DB-BDFA-4E03-9EED-F79ED8808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4171" y="4205478"/>
            <a:ext cx="10360608" cy="3116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1" u="none" cap="none">
                <a:solidFill>
                  <a:srgbClr val="7E8FA6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1574" name="Google Shape;1574;g3f520f3c22e_2_1437">
            <a:extLst xmlns:a="http://schemas.openxmlformats.org/drawingml/2006/main">
              <a:ext uri="{FF2B5EF4-FFF2-40B4-BE49-F238E27FC236}">
                <a16:creationId xmlns:a16="http://schemas.microsoft.com/office/drawing/2014/main" id="{C6DC9022-D08B-47E0-9DD1-B6496AF15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0392" y="5913120"/>
            <a:ext cx="10848166" cy="365760"/>
          </a:xfrm>
          <a:custGeom xmlns:a="http://schemas.openxmlformats.org/drawingml/2006/main">
            <a:rect l="l" t="t" r="r" b="b"/>
            <a:pathLst>
              <a:path w="21701761" h="731520">
                <a:moveTo>
                  <a:pt x="0" y="0"/>
                </a:moveTo>
                <a:lnTo>
                  <a:pt x="21701761" y="0"/>
                </a:lnTo>
                <a:lnTo>
                  <a:pt x="21701761" y="731520"/>
                </a:lnTo>
                <a:lnTo>
                  <a:pt x="0" y="731520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f5950a8912c14b17">
              <a:alphaModFix amt="0"/>
            </a:blip>
            <a:stretch>
              <a:fillRect l="0" t="-528035" r="0" b="-528035"/>
            </a:stretch>
          </a:blipFill>
          <a:ln xmlns:a="http://schemas.openxmlformats.org/drawingml/2006/main">
            <a:noFill/>
          </a:ln>
        </p:spPr>
      </p:sp>
      <p:sp>
        <p:nvSpPr>
          <p:cNvPr id="1575" name="Google Shape;1575;g3f520f3c22e_2_1437">
            <a:extLst xmlns:a="http://schemas.openxmlformats.org/drawingml/2006/main">
              <a:ext uri="{FF2B5EF4-FFF2-40B4-BE49-F238E27FC236}">
                <a16:creationId xmlns:a16="http://schemas.microsoft.com/office/drawing/2014/main" id="{E8BCD6E2-D4D2-4AFF-B8F4-F01BF97E2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0392" y="5894070"/>
            <a:ext cx="10848165" cy="3848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1" u="none" cap="none">
                <a:solidFill>
                  <a:srgbClr val="7E8FA6"/>
                </a:solidFill>
                <a:latin typeface="Calibri"/>
                <a:ea typeface="Calibri"/>
                <a:cs typeface="Calibri"/>
              </a:rPr>
              <a:t>Agora e Histórico · REST inicial + WebSocket live · PWA instalável · layout desktop/mobile</a:t>
            </a:r>
          </a:p>
        </p:txBody>
      </p:sp>
      <p:sp>
        <p:nvSpPr>
          <p:cNvPr id="1577" name="Google Shape;1577;g3f520f3c22e_2_1437">
            <a:extLst xmlns:a="http://schemas.openxmlformats.org/drawingml/2006/main">
              <a:ext uri="{FF2B5EF4-FFF2-40B4-BE49-F238E27FC236}">
                <a16:creationId xmlns:a16="http://schemas.microsoft.com/office/drawing/2014/main" id="{2F99EDB1-5F5E-4304-87A6-8C1763431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0392" y="6461760"/>
            <a:ext cx="6703923" cy="304800"/>
          </a:xfrm>
          <a:custGeom xmlns:a="http://schemas.openxmlformats.org/drawingml/2006/main">
            <a:rect l="l" t="t" r="r" b="b"/>
            <a:pathLst>
              <a:path w="13411200" h="609600">
                <a:moveTo>
                  <a:pt x="0" y="0"/>
                </a:moveTo>
                <a:lnTo>
                  <a:pt x="13411200" y="0"/>
                </a:lnTo>
                <a:lnTo>
                  <a:pt x="13411200" y="609600"/>
                </a:lnTo>
                <a:lnTo>
                  <a:pt x="0" y="609600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f5950a8912c14b17">
              <a:alphaModFix amt="0"/>
            </a:blip>
            <a:stretch>
              <a:fillRect l="0" t="-378669" r="0" b="-378669"/>
            </a:stretch>
          </a:blipFill>
          <a:ln xmlns:a="http://schemas.openxmlformats.org/drawingml/2006/main">
            <a:noFill/>
          </a:ln>
        </p:spPr>
      </p:sp>
      <p:sp>
        <p:nvSpPr>
          <p:cNvPr id="1578" name="Google Shape;1578;g3f520f3c22e_2_1437">
            <a:extLst xmlns:a="http://schemas.openxmlformats.org/drawingml/2006/main">
              <a:ext uri="{FF2B5EF4-FFF2-40B4-BE49-F238E27FC236}">
                <a16:creationId xmlns:a16="http://schemas.microsoft.com/office/drawing/2014/main" id="{6398975A-F9E6-4F55-AC90-6DD1D5E94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0392" y="6442710"/>
            <a:ext cx="6703923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cap="none">
                <a:solidFill>
                  <a:srgbClr val="7E8FA6"/>
                </a:solidFill>
                <a:latin typeface="Calibri"/>
                <a:ea typeface="Calibri"/>
                <a:cs typeface="Calibri"/>
              </a:rPr>
              <a:t>Air Sense · ESP-WROOM-32 · qualidade do ar · protótipo acadêmico</a:t>
            </a:r>
          </a:p>
        </p:txBody>
      </p:sp>
      <p:sp>
        <p:nvSpPr>
          <p:cNvPr id="1580" name="Google Shape;1580;g3f520f3c22e_2_1437">
            <a:extLst xmlns:a="http://schemas.openxmlformats.org/drawingml/2006/main">
              <a:ext uri="{FF2B5EF4-FFF2-40B4-BE49-F238E27FC236}">
                <a16:creationId xmlns:a16="http://schemas.microsoft.com/office/drawing/2014/main" id="{AF986813-B859-43EF-A888-3FA1B359A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09110" y="6461760"/>
            <a:ext cx="609448" cy="304800"/>
          </a:xfrm>
          <a:custGeom xmlns:a="http://schemas.openxmlformats.org/drawingml/2006/main">
            <a:rect l="l" t="t" r="r" b="b"/>
            <a:pathLst>
              <a:path w="1219200" h="609600">
                <a:moveTo>
                  <a:pt x="0" y="0"/>
                </a:moveTo>
                <a:lnTo>
                  <a:pt x="1219200" y="0"/>
                </a:lnTo>
                <a:lnTo>
                  <a:pt x="1219200" y="609600"/>
                </a:lnTo>
                <a:lnTo>
                  <a:pt x="0" y="609600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f5950a8912c14b17">
              <a:alphaModFix amt="0"/>
            </a:blip>
            <a:stretch>
              <a:fillRect l="-14150" t="0" r="-14150" b="0"/>
            </a:stretch>
          </a:blipFill>
          <a:ln xmlns:a="http://schemas.openxmlformats.org/drawingml/2006/main">
            <a:noFill/>
          </a:ln>
        </p:spPr>
      </p:sp>
      <p:sp>
        <p:nvSpPr>
          <p:cNvPr id="1581" name="Google Shape;1581;g3f520f3c22e_2_1437">
            <a:extLst xmlns:a="http://schemas.openxmlformats.org/drawingml/2006/main">
              <a:ext uri="{FF2B5EF4-FFF2-40B4-BE49-F238E27FC236}">
                <a16:creationId xmlns:a16="http://schemas.microsoft.com/office/drawing/2014/main" id="{8F92C0A9-556A-4F7E-ABE8-3631C4D6C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09110" y="6442710"/>
            <a:ext cx="609448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cap="none">
                <a:solidFill>
                  <a:srgbClr val="7E8FA6"/>
                </a:solidFill>
                <a:latin typeface="Calibri"/>
                <a:ea typeface="Calibri"/>
                <a:cs typeface="Calibri"/>
              </a:rPr>
              <a:t>10</a:t>
            </a:r>
          </a:p>
        </p:txBody>
      </p:sp>
      <p:pic>
        <p:nvPicPr>
          <p:cNvPr id="160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21ba294864487a"/>
          <a:stretch xmlns:a="http://schemas.openxmlformats.org/drawingml/2006/main"/>
        </p:blipFill>
        <p:spPr>
          <a:xfrm xmlns:a="http://schemas.openxmlformats.org/drawingml/2006/main">
            <a:off x="1203614" y="2047875"/>
            <a:ext cx="4488873" cy="3429000"/>
          </a:xfrm>
          <a:prstGeom xmlns:a="http://schemas.openxmlformats.org/drawingml/2006/main" prst="roundRect">
            <a:avLst>
              <a:gd name="adj" fmla="val 2778"/>
            </a:avLst>
          </a:prstGeom>
        </p:spPr>
      </p:pic>
      <p:pic>
        <p:nvPicPr>
          <p:cNvPr id="160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c2a6569f754996"/>
          <a:stretch xmlns:a="http://schemas.openxmlformats.org/drawingml/2006/main"/>
        </p:blipFill>
        <p:spPr>
          <a:xfrm xmlns:a="http://schemas.openxmlformats.org/drawingml/2006/main">
            <a:off x="6275070" y="2047875"/>
            <a:ext cx="4937760" cy="3429000"/>
          </a:xfrm>
          <a:prstGeom xmlns:a="http://schemas.openxmlformats.org/drawingml/2006/main" prst="roundRect">
            <a:avLst>
              <a:gd name="adj" fmla="val 2778"/>
            </a:avLst>
          </a:prstGeom>
        </p:spPr>
      </p:pic>
    </p:spTree>
    <p:extLst>
      <p:ext uri="{BB962C8B-B14F-4D97-AF65-F5344CB8AC3E}">
        <p14:creationId xmlns:p14="http://schemas.microsoft.com/office/powerpoint/2010/main" val="131598141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EEF3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30" name="Google Shape;1330;g3f520f3c22e_2_1217">
            <a:extLst xmlns:a="http://schemas.openxmlformats.org/drawingml/2006/main">
              <a:ext uri="{FF2B5EF4-FFF2-40B4-BE49-F238E27FC236}">
                <a16:creationId xmlns:a16="http://schemas.microsoft.com/office/drawing/2014/main" id="{3CED25E2-9878-4F2C-A99B-99B41AED8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509912" cy="6858000"/>
          </a:xfrm>
          <a:custGeom xmlns:a="http://schemas.openxmlformats.org/drawingml/2006/main">
            <a:rect l="l" t="t" r="r" b="b"/>
            <a:pathLst>
              <a:path w="9022080" h="13716000">
                <a:moveTo>
                  <a:pt x="0" y="0"/>
                </a:moveTo>
                <a:lnTo>
                  <a:pt x="9022080" y="0"/>
                </a:lnTo>
                <a:lnTo>
                  <a:pt x="9022080" y="13716000"/>
                </a:lnTo>
                <a:lnTo>
                  <a:pt x="0" y="13716000"/>
                </a:lnTo>
                <a:close/>
              </a:path>
            </a:pathLst>
          </a:custGeom>
          <a:solidFill xmlns:a="http://schemas.openxmlformats.org/drawingml/2006/main">
            <a:srgbClr val="0F2C4C"/>
          </a:solidFill>
          <a:ln xmlns:a="http://schemas.openxmlformats.org/drawingml/2006/main">
            <a:noFill/>
          </a:ln>
        </p:spPr>
      </p:sp>
      <p:sp>
        <p:nvSpPr>
          <p:cNvPr id="1331" name="Google Shape;1331;g3f520f3c22e_2_1217">
            <a:extLst xmlns:a="http://schemas.openxmlformats.org/drawingml/2006/main">
              <a:ext uri="{FF2B5EF4-FFF2-40B4-BE49-F238E27FC236}">
                <a16:creationId xmlns:a16="http://schemas.microsoft.com/office/drawing/2014/main" id="{08D289C9-027C-4765-B2FE-E57EFCEB9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48" y="5303520"/>
            <a:ext cx="670392" cy="603504"/>
          </a:xfrm>
          <a:custGeom xmlns:a="http://schemas.openxmlformats.org/drawingml/2006/main">
            <a:rect l="l" t="t" r="r" b="b"/>
            <a:pathLst>
              <a:path w="1341120" h="1207008">
                <a:moveTo>
                  <a:pt x="0" y="603504"/>
                </a:moveTo>
                <a:lnTo>
                  <a:pt x="301752" y="0"/>
                </a:lnTo>
                <a:lnTo>
                  <a:pt x="1039368" y="0"/>
                </a:lnTo>
                <a:lnTo>
                  <a:pt x="1341120" y="603504"/>
                </a:lnTo>
                <a:lnTo>
                  <a:pt x="1039368" y="1207008"/>
                </a:lnTo>
                <a:lnTo>
                  <a:pt x="301752" y="1207008"/>
                </a:lnTo>
                <a:close/>
              </a:path>
            </a:pathLst>
          </a:custGeom>
          <a:solidFill xmlns:a="http://schemas.openxmlformats.org/drawingml/2006/main">
            <a:srgbClr val="23507F"/>
          </a:solidFill>
          <a:ln xmlns:a="http://schemas.openxmlformats.org/drawingml/2006/main">
            <a:noFill/>
          </a:ln>
        </p:spPr>
      </p:sp>
      <p:sp>
        <p:nvSpPr>
          <p:cNvPr id="1332" name="Google Shape;1332;g3f520f3c22e_2_1217">
            <a:extLst xmlns:a="http://schemas.openxmlformats.org/drawingml/2006/main">
              <a:ext uri="{FF2B5EF4-FFF2-40B4-BE49-F238E27FC236}">
                <a16:creationId xmlns:a16="http://schemas.microsoft.com/office/drawing/2014/main" id="{06231663-C3CC-44AF-8E40-39ACFA239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2674" y="5730240"/>
            <a:ext cx="426613" cy="384048"/>
          </a:xfrm>
          <a:custGeom xmlns:a="http://schemas.openxmlformats.org/drawingml/2006/main">
            <a:rect l="l" t="t" r="r" b="b"/>
            <a:pathLst>
              <a:path w="853440" h="768096">
                <a:moveTo>
                  <a:pt x="0" y="384048"/>
                </a:moveTo>
                <a:lnTo>
                  <a:pt x="192024" y="0"/>
                </a:lnTo>
                <a:lnTo>
                  <a:pt x="661416" y="0"/>
                </a:lnTo>
                <a:lnTo>
                  <a:pt x="853440" y="384048"/>
                </a:lnTo>
                <a:lnTo>
                  <a:pt x="661416" y="768096"/>
                </a:lnTo>
                <a:lnTo>
                  <a:pt x="192024" y="768096"/>
                </a:lnTo>
                <a:close/>
              </a:path>
            </a:pathLst>
          </a:custGeom>
          <a:solidFill xmlns:a="http://schemas.openxmlformats.org/drawingml/2006/main">
            <a:srgbClr val="38BDF8"/>
          </a:solidFill>
          <a:ln xmlns:a="http://schemas.openxmlformats.org/drawingml/2006/main">
            <a:noFill/>
          </a:ln>
        </p:spPr>
      </p:sp>
      <p:sp>
        <p:nvSpPr>
          <p:cNvPr id="1334" name="Google Shape;1334;g3f520f3c22e_2_1217">
            <a:extLst xmlns:a="http://schemas.openxmlformats.org/drawingml/2006/main">
              <a:ext uri="{FF2B5EF4-FFF2-40B4-BE49-F238E27FC236}">
                <a16:creationId xmlns:a16="http://schemas.microsoft.com/office/drawing/2014/main" id="{7DA724B7-9B60-45FA-8DA1-7CF045813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9447" y="914400"/>
            <a:ext cx="3412906" cy="365760"/>
          </a:xfrm>
          <a:custGeom xmlns:a="http://schemas.openxmlformats.org/drawingml/2006/main">
            <a:rect l="l" t="t" r="r" b="b"/>
            <a:pathLst>
              <a:path w="6827520" h="731520">
                <a:moveTo>
                  <a:pt x="0" y="0"/>
                </a:moveTo>
                <a:lnTo>
                  <a:pt x="6827520" y="0"/>
                </a:lnTo>
                <a:lnTo>
                  <a:pt x="6827520" y="731520"/>
                </a:lnTo>
                <a:lnTo>
                  <a:pt x="0" y="731520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09185ac513f74861">
              <a:alphaModFix amt="0"/>
            </a:blip>
            <a:stretch>
              <a:fillRect l="0" t="-131858" r="0" b="-131858"/>
            </a:stretch>
          </a:blipFill>
          <a:ln xmlns:a="http://schemas.openxmlformats.org/drawingml/2006/main">
            <a:noFill/>
          </a:ln>
        </p:spPr>
      </p:sp>
      <p:sp>
        <p:nvSpPr>
          <p:cNvPr id="1335" name="Google Shape;1335;g3f520f3c22e_2_1217">
            <a:extLst xmlns:a="http://schemas.openxmlformats.org/drawingml/2006/main">
              <a:ext uri="{FF2B5EF4-FFF2-40B4-BE49-F238E27FC236}">
                <a16:creationId xmlns:a16="http://schemas.microsoft.com/office/drawing/2014/main" id="{2435A6AB-0955-4603-9431-8AF6A7938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9447" y="890588"/>
            <a:ext cx="3412906" cy="3895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 u="none" cap="none">
                <a:solidFill>
                  <a:srgbClr val="93C5FD"/>
                </a:solidFill>
                <a:latin typeface="Calibri"/>
                <a:ea typeface="Calibri"/>
                <a:cs typeface="Calibri"/>
              </a:rPr>
              <a:t>MOBILE</a:t>
            </a:r>
          </a:p>
        </p:txBody>
      </p:sp>
      <p:sp>
        <p:nvSpPr>
          <p:cNvPr id="1336" name="Google Shape;1336;g3f520f3c22e_2_1217">
            <a:extLst xmlns:a="http://schemas.openxmlformats.org/drawingml/2006/main">
              <a:ext uri="{FF2B5EF4-FFF2-40B4-BE49-F238E27FC236}">
                <a16:creationId xmlns:a16="http://schemas.microsoft.com/office/drawing/2014/main" id="{D13FB261-386C-4B1B-B69D-94186EBD1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48" y="1197610"/>
            <a:ext cx="3534795" cy="15727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300" b="1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Flutter pronto para piloto</a:t>
            </a:r>
          </a:p>
        </p:txBody>
      </p:sp>
      <p:sp>
        <p:nvSpPr>
          <p:cNvPr id="1337" name="Google Shape;1337;g3f520f3c22e_2_1217">
            <a:extLst xmlns:a="http://schemas.openxmlformats.org/drawingml/2006/main">
              <a:ext uri="{FF2B5EF4-FFF2-40B4-BE49-F238E27FC236}">
                <a16:creationId xmlns:a16="http://schemas.microsoft.com/office/drawing/2014/main" id="{CDD333FD-5825-4698-93FA-245BB227A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48" y="2827020"/>
            <a:ext cx="3351961" cy="1988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0" i="0" u="none" cap="none">
                <a:solidFill>
                  <a:srgbClr val="C9D7EA"/>
                </a:solidFill>
                <a:latin typeface="Calibri"/>
                <a:ea typeface="Calibri"/>
                <a:cs typeface="Calibri"/>
              </a:rPr>
              <a:t>Uma base única para Android, iOS e Web, integrada à mesma API e ao mesmo WebSocket do dashboard.</a:t>
            </a:r>
          </a:p>
        </p:txBody>
      </p:sp>
      <p:sp>
        <p:nvSpPr>
          <p:cNvPr id="1338" name="Google Shape;1338;g3f520f3c22e_2_1217">
            <a:extLst xmlns:a="http://schemas.openxmlformats.org/drawingml/2006/main">
              <a:ext uri="{FF2B5EF4-FFF2-40B4-BE49-F238E27FC236}">
                <a16:creationId xmlns:a16="http://schemas.microsoft.com/office/drawing/2014/main" id="{4552B271-C9F3-4DF2-89FE-2D0528EF4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6887" y="903815"/>
            <a:ext cx="6542292" cy="3069209"/>
          </a:xfrm>
          <a:custGeom xmlns:a="http://schemas.openxmlformats.org/drawingml/2006/main">
            <a:rect l="l" t="t" r="r" b="b"/>
            <a:pathLst>
              <a:path w="13087858" h="6138418">
                <a:moveTo>
                  <a:pt x="0" y="196469"/>
                </a:moveTo>
                <a:cubicBezTo>
                  <a:pt x="0" y="87884"/>
                  <a:pt x="87884" y="0"/>
                  <a:pt x="196469" y="0"/>
                </a:cubicBezTo>
                <a:lnTo>
                  <a:pt x="12891389" y="0"/>
                </a:lnTo>
                <a:cubicBezTo>
                  <a:pt x="12999847" y="0"/>
                  <a:pt x="13087858" y="87884"/>
                  <a:pt x="13087858" y="196469"/>
                </a:cubicBezTo>
                <a:lnTo>
                  <a:pt x="13087858" y="5941949"/>
                </a:lnTo>
                <a:cubicBezTo>
                  <a:pt x="13087858" y="6050407"/>
                  <a:pt x="12999974" y="6138418"/>
                  <a:pt x="12891389" y="6138418"/>
                </a:cubicBezTo>
                <a:lnTo>
                  <a:pt x="196469" y="6138418"/>
                </a:lnTo>
                <a:cubicBezTo>
                  <a:pt x="87884" y="6138291"/>
                  <a:pt x="0" y="6050407"/>
                  <a:pt x="0" y="5941949"/>
                </a:cubicBezTo>
                <a:close/>
              </a:path>
            </a:pathLst>
          </a:custGeom>
          <a:solidFill xmlns:a="http://schemas.openxmlformats.org/drawingml/2006/main">
            <a:srgbClr val="F7FAFD"/>
          </a:solidFill>
          <a:ln xmlns:a="http://schemas.openxmlformats.org/drawingml/2006/main" w="31750" cmpd="sng">
            <a:solidFill>
              <a:srgbClr val="A9C1DC"/>
            </a:solidFill>
            <a:prstDash val="dash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60950" tIns="60950" rIns="60950" bIns="6095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341" name="Google Shape;1341;g3f520f3c22e_2_1217">
            <a:extLst xmlns:a="http://schemas.openxmlformats.org/drawingml/2006/main">
              <a:ext uri="{FF2B5EF4-FFF2-40B4-BE49-F238E27FC236}">
                <a16:creationId xmlns:a16="http://schemas.microsoft.com/office/drawing/2014/main" id="{95E97753-8ED7-44D2-BE11-BBA312C81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41249" y="2499360"/>
            <a:ext cx="6033530" cy="365760"/>
          </a:xfrm>
          <a:custGeom xmlns:a="http://schemas.openxmlformats.org/drawingml/2006/main">
            <a:rect l="l" t="t" r="r" b="b"/>
            <a:pathLst>
              <a:path w="12070080" h="731520">
                <a:moveTo>
                  <a:pt x="0" y="0"/>
                </a:moveTo>
                <a:lnTo>
                  <a:pt x="12070080" y="0"/>
                </a:lnTo>
                <a:lnTo>
                  <a:pt x="12070080" y="731520"/>
                </a:lnTo>
                <a:lnTo>
                  <a:pt x="0" y="731520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09185ac513f74861">
              <a:alphaModFix amt="0"/>
            </a:blip>
            <a:stretch>
              <a:fillRect l="0" t="-271502" r="0" b="-271502"/>
            </a:stretch>
          </a:blipFill>
          <a:ln xmlns:a="http://schemas.openxmlformats.org/drawingml/2006/main">
            <a:noFill/>
          </a:ln>
        </p:spPr>
      </p:sp>
      <p:sp>
        <p:nvSpPr>
          <p:cNvPr id="1342" name="Google Shape;1342;g3f520f3c22e_2_1217">
            <a:extLst xmlns:a="http://schemas.openxmlformats.org/drawingml/2006/main">
              <a:ext uri="{FF2B5EF4-FFF2-40B4-BE49-F238E27FC236}">
                <a16:creationId xmlns:a16="http://schemas.microsoft.com/office/drawing/2014/main" id="{0D6F7C95-489E-453B-AC96-31B3581C4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41249" y="2470785"/>
            <a:ext cx="6033530" cy="3943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 i="0" u="none" cap="none">
                <a:solidFill>
                  <a:srgbClr val="7E8FA6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1344" name="Google Shape;1344;g3f520f3c22e_2_1217">
            <a:extLst xmlns:a="http://schemas.openxmlformats.org/drawingml/2006/main">
              <a:ext uri="{FF2B5EF4-FFF2-40B4-BE49-F238E27FC236}">
                <a16:creationId xmlns:a16="http://schemas.microsoft.com/office/drawing/2014/main" id="{C4ADB4D9-88D7-4B1F-9868-0B5FE7282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41249" y="2852928"/>
            <a:ext cx="6033530" cy="292608"/>
          </a:xfrm>
          <a:custGeom xmlns:a="http://schemas.openxmlformats.org/drawingml/2006/main">
            <a:rect l="l" t="t" r="r" b="b"/>
            <a:pathLst>
              <a:path w="12070080" h="585216">
                <a:moveTo>
                  <a:pt x="0" y="0"/>
                </a:moveTo>
                <a:lnTo>
                  <a:pt x="12070080" y="0"/>
                </a:lnTo>
                <a:lnTo>
                  <a:pt x="12070080" y="585216"/>
                </a:lnTo>
                <a:lnTo>
                  <a:pt x="0" y="585216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09185ac513f74861">
              <a:alphaModFix amt="0"/>
            </a:blip>
            <a:stretch>
              <a:fillRect l="0" t="-351865" r="0" b="-351865"/>
            </a:stretch>
          </a:blipFill>
          <a:ln xmlns:a="http://schemas.openxmlformats.org/drawingml/2006/main">
            <a:noFill/>
          </a:ln>
        </p:spPr>
      </p:sp>
      <p:sp>
        <p:nvSpPr>
          <p:cNvPr id="1345" name="Google Shape;1345;g3f520f3c22e_2_1217">
            <a:extLst xmlns:a="http://schemas.openxmlformats.org/drawingml/2006/main">
              <a:ext uri="{FF2B5EF4-FFF2-40B4-BE49-F238E27FC236}">
                <a16:creationId xmlns:a16="http://schemas.microsoft.com/office/drawing/2014/main" id="{C03CB949-7210-4FC9-A505-A54F182CF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41249" y="2833878"/>
            <a:ext cx="6033530" cy="3116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1" u="none" cap="none">
                <a:solidFill>
                  <a:srgbClr val="7E8FA6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1346" name="Google Shape;1346;g3f520f3c22e_2_1217">
            <a:extLst xmlns:a="http://schemas.openxmlformats.org/drawingml/2006/main">
              <a:ext uri="{FF2B5EF4-FFF2-40B4-BE49-F238E27FC236}">
                <a16:creationId xmlns:a16="http://schemas.microsoft.com/office/drawing/2014/main" id="{9520503F-0053-4105-BB58-8CCFDFF87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7470" y="4229100"/>
            <a:ext cx="6521088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520700" marR="0" lvl="1" indent="-2603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A4C63"/>
              </a:buClr>
              <a:buSzPts val="2100"/>
              <a:buFont typeface="Arial"/>
              <a:buChar char="•"/>
            </a:pPr>
            <a:r>
              <a:rPr sz="2100" b="0" i="0" u="none" cap="none">
                <a:solidFill>
                  <a:srgbClr val="3A4C63"/>
                </a:solidFill>
                <a:latin typeface="Calibri"/>
                <a:ea typeface="Calibri"/>
                <a:cs typeface="Calibri"/>
              </a:rPr>
              <a:t>10 testes e análise sem ocorrência</a:t>
            </a:r>
          </a:p>
          <a:p xmlns:a="http://schemas.openxmlformats.org/drawingml/2006/main">
            <a:pPr marL="520700" marR="0" lvl="1" indent="-2603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A4C63"/>
              </a:buClr>
              <a:buSzPts val="2100"/>
              <a:buFont typeface="Arial"/>
              <a:buChar char="•"/>
            </a:pPr>
            <a:r>
              <a:rPr sz="2100" b="0" i="0" u="none" cap="none">
                <a:solidFill>
                  <a:srgbClr val="3A4C63"/>
                </a:solidFill>
                <a:latin typeface="Calibri"/>
                <a:ea typeface="Calibri"/>
                <a:cs typeface="Calibri"/>
              </a:rPr>
              <a:t>Histórico, alertas e diagnóstico</a:t>
            </a:r>
          </a:p>
          <a:p xmlns:a="http://schemas.openxmlformats.org/drawingml/2006/main">
            <a:pPr marL="520700" marR="0" lvl="1" indent="-2603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A4C63"/>
              </a:buClr>
              <a:buSzPts val="2100"/>
              <a:buFont typeface="Arial"/>
              <a:buChar char="•"/>
            </a:pPr>
            <a:r>
              <a:rPr sz="2100" b="0" i="0" u="none" cap="none">
                <a:solidFill>
                  <a:srgbClr val="3A4C63"/>
                </a:solidFill>
                <a:latin typeface="Calibri"/>
                <a:ea typeface="Calibri"/>
                <a:cs typeface="Calibri"/>
              </a:rPr>
              <a:t>Pinout ESP-WROOM-32 e modo demo</a:t>
            </a:r>
          </a:p>
          <a:p xmlns:a="http://schemas.openxmlformats.org/drawingml/2006/main">
            <a:pPr marL="520700" marR="0" lvl="1" indent="-2603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A4C63"/>
              </a:buClr>
              <a:buSzPts val="2100"/>
              <a:buFont typeface="Arial"/>
              <a:buChar char="•"/>
            </a:pPr>
            <a:r>
              <a:rPr sz="2100" b="0" i="0" u="none" cap="none">
                <a:solidFill>
                  <a:srgbClr val="3A4C63"/>
                </a:solidFill>
                <a:latin typeface="Calibri"/>
                <a:ea typeface="Calibri"/>
                <a:cs typeface="Calibri"/>
              </a:rPr>
              <a:t>APK piloto V2 com assinatura debug</a:t>
            </a:r>
          </a:p>
        </p:txBody>
      </p:sp>
      <p:sp>
        <p:nvSpPr>
          <p:cNvPr id="1348" name="Google Shape;1348;g3f520f3c22e_2_1217">
            <a:extLst xmlns:a="http://schemas.openxmlformats.org/drawingml/2006/main">
              <a:ext uri="{FF2B5EF4-FFF2-40B4-BE49-F238E27FC236}">
                <a16:creationId xmlns:a16="http://schemas.microsoft.com/office/drawing/2014/main" id="{0F96163C-E5DF-41E2-A1BE-B2514526C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1337" y="6461760"/>
            <a:ext cx="6703923" cy="304800"/>
          </a:xfrm>
          <a:custGeom xmlns:a="http://schemas.openxmlformats.org/drawingml/2006/main">
            <a:rect l="l" t="t" r="r" b="b"/>
            <a:pathLst>
              <a:path w="13411200" h="609600">
                <a:moveTo>
                  <a:pt x="0" y="0"/>
                </a:moveTo>
                <a:lnTo>
                  <a:pt x="13411200" y="0"/>
                </a:lnTo>
                <a:lnTo>
                  <a:pt x="13411200" y="609600"/>
                </a:lnTo>
                <a:lnTo>
                  <a:pt x="0" y="609600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09185ac513f74861">
              <a:alphaModFix amt="0"/>
            </a:blip>
            <a:stretch>
              <a:fillRect l="0" t="-378669" r="0" b="-378669"/>
            </a:stretch>
          </a:blipFill>
          <a:ln xmlns:a="http://schemas.openxmlformats.org/drawingml/2006/main">
            <a:noFill/>
          </a:ln>
        </p:spPr>
      </p:sp>
      <p:sp>
        <p:nvSpPr>
          <p:cNvPr id="1349" name="Google Shape;1349;g3f520f3c22e_2_1217">
            <a:extLst xmlns:a="http://schemas.openxmlformats.org/drawingml/2006/main">
              <a:ext uri="{FF2B5EF4-FFF2-40B4-BE49-F238E27FC236}">
                <a16:creationId xmlns:a16="http://schemas.microsoft.com/office/drawing/2014/main" id="{BFD14798-4AFC-4EF9-AF8A-D841B8F6A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1337" y="6442710"/>
            <a:ext cx="6703923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cap="none">
                <a:solidFill>
                  <a:srgbClr val="6E85A3"/>
                </a:solidFill>
                <a:latin typeface="Calibri"/>
                <a:ea typeface="Calibri"/>
                <a:cs typeface="Calibri"/>
              </a:rPr>
              <a:t>Air Sense · ESP-WROOM-32 · qualidade do ar · protótipo acadêmico</a:t>
            </a:r>
          </a:p>
        </p:txBody>
      </p:sp>
      <p:sp>
        <p:nvSpPr>
          <p:cNvPr id="1351" name="Google Shape;1351;g3f520f3c22e_2_1217">
            <a:extLst xmlns:a="http://schemas.openxmlformats.org/drawingml/2006/main">
              <a:ext uri="{FF2B5EF4-FFF2-40B4-BE49-F238E27FC236}">
                <a16:creationId xmlns:a16="http://schemas.microsoft.com/office/drawing/2014/main" id="{2CBFF3E9-66C7-43EB-82F7-4DB3D22C9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09110" y="6461760"/>
            <a:ext cx="609448" cy="304800"/>
          </a:xfrm>
          <a:custGeom xmlns:a="http://schemas.openxmlformats.org/drawingml/2006/main">
            <a:rect l="l" t="t" r="r" b="b"/>
            <a:pathLst>
              <a:path w="1219200" h="609600">
                <a:moveTo>
                  <a:pt x="0" y="0"/>
                </a:moveTo>
                <a:lnTo>
                  <a:pt x="1219200" y="0"/>
                </a:lnTo>
                <a:lnTo>
                  <a:pt x="1219200" y="609600"/>
                </a:lnTo>
                <a:lnTo>
                  <a:pt x="0" y="609600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09185ac513f74861">
              <a:alphaModFix amt="0"/>
            </a:blip>
            <a:stretch>
              <a:fillRect l="-14150" t="0" r="-14150" b="0"/>
            </a:stretch>
          </a:blipFill>
          <a:ln xmlns:a="http://schemas.openxmlformats.org/drawingml/2006/main">
            <a:noFill/>
          </a:ln>
        </p:spPr>
      </p:sp>
      <p:sp>
        <p:nvSpPr>
          <p:cNvPr id="1352" name="Google Shape;1352;g3f520f3c22e_2_1217">
            <a:extLst xmlns:a="http://schemas.openxmlformats.org/drawingml/2006/main">
              <a:ext uri="{FF2B5EF4-FFF2-40B4-BE49-F238E27FC236}">
                <a16:creationId xmlns:a16="http://schemas.microsoft.com/office/drawing/2014/main" id="{552C2826-97C8-4992-B377-E99A81E5F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09110" y="6442710"/>
            <a:ext cx="609448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cap="none">
                <a:solidFill>
                  <a:srgbClr val="6E85A3"/>
                </a:solidFill>
                <a:latin typeface="Calibri"/>
                <a:ea typeface="Calibri"/>
                <a:cs typeface="Calibri"/>
              </a:rPr>
              <a:t>11</a:t>
            </a:r>
          </a:p>
        </p:txBody>
      </p:sp>
      <p:pic>
        <p:nvPicPr>
          <p:cNvPr id="137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20350b9a494230"/>
          <a:stretch xmlns:a="http://schemas.openxmlformats.org/drawingml/2006/main"/>
        </p:blipFill>
        <p:spPr>
          <a:xfrm xmlns:a="http://schemas.openxmlformats.org/drawingml/2006/main">
            <a:off x="6551083" y="1000125"/>
            <a:ext cx="1613958" cy="2905125"/>
          </a:xfrm>
          <a:prstGeom xmlns:a="http://schemas.openxmlformats.org/drawingml/2006/main" prst="roundRect">
            <a:avLst>
              <a:gd name="adj" fmla="val 5714"/>
            </a:avLst>
          </a:prstGeom>
        </p:spPr>
      </p:pic>
      <p:pic>
        <p:nvPicPr>
          <p:cNvPr id="137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8982a7591744ce"/>
          <a:stretch xmlns:a="http://schemas.openxmlformats.org/drawingml/2006/main"/>
        </p:blipFill>
        <p:spPr>
          <a:xfrm xmlns:a="http://schemas.openxmlformats.org/drawingml/2006/main">
            <a:off x="9228138" y="1000125"/>
            <a:ext cx="1308100" cy="2905125"/>
          </a:xfrm>
          <a:prstGeom xmlns:a="http://schemas.openxmlformats.org/drawingml/2006/main" prst="roundRect">
            <a:avLst>
              <a:gd name="adj" fmla="val 5714"/>
            </a:avLst>
          </a:prstGeom>
        </p:spPr>
      </p:pic>
    </p:spTree>
    <p:extLst>
      <p:ext uri="{BB962C8B-B14F-4D97-AF65-F5344CB8AC3E}">
        <p14:creationId xmlns:p14="http://schemas.microsoft.com/office/powerpoint/2010/main" val="193699486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EEF3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10" name="Google Shape;1110;g3f520f3c22e_2_1003">
            <a:extLst xmlns:a="http://schemas.openxmlformats.org/drawingml/2006/main">
              <a:ext uri="{FF2B5EF4-FFF2-40B4-BE49-F238E27FC236}">
                <a16:creationId xmlns:a16="http://schemas.microsoft.com/office/drawing/2014/main" id="{26E1D162-E1E5-4BFD-B5C3-17DC981DE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392" y="609600"/>
            <a:ext cx="414424" cy="373063"/>
          </a:xfrm>
          <a:custGeom xmlns:a="http://schemas.openxmlformats.org/drawingml/2006/main">
            <a:rect l="l" t="t" r="r" b="b"/>
            <a:pathLst>
              <a:path w="829056" h="746125">
                <a:moveTo>
                  <a:pt x="0" y="373126"/>
                </a:moveTo>
                <a:lnTo>
                  <a:pt x="186563" y="0"/>
                </a:lnTo>
                <a:lnTo>
                  <a:pt x="642493" y="0"/>
                </a:lnTo>
                <a:lnTo>
                  <a:pt x="829056" y="373126"/>
                </a:lnTo>
                <a:lnTo>
                  <a:pt x="642493" y="746125"/>
                </a:lnTo>
                <a:lnTo>
                  <a:pt x="186563" y="746125"/>
                </a:lnTo>
                <a:close/>
              </a:path>
            </a:pathLst>
          </a:custGeom>
          <a:solidFill xmlns:a="http://schemas.openxmlformats.org/drawingml/2006/main">
            <a:srgbClr val="38BDF8"/>
          </a:solidFill>
          <a:ln xmlns:a="http://schemas.openxmlformats.org/drawingml/2006/main">
            <a:noFill/>
          </a:ln>
        </p:spPr>
      </p:sp>
      <p:sp>
        <p:nvSpPr>
          <p:cNvPr id="1112" name="Google Shape;1112;g3f520f3c22e_2_1003">
            <a:extLst xmlns:a="http://schemas.openxmlformats.org/drawingml/2006/main">
              <a:ext uri="{FF2B5EF4-FFF2-40B4-BE49-F238E27FC236}">
                <a16:creationId xmlns:a16="http://schemas.microsoft.com/office/drawing/2014/main" id="{98F8C418-BFA8-42D6-A564-8E9E79F06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43273" y="573024"/>
            <a:ext cx="9263601" cy="316992"/>
          </a:xfrm>
          <a:custGeom xmlns:a="http://schemas.openxmlformats.org/drawingml/2006/main">
            <a:rect l="l" t="t" r="r" b="b"/>
            <a:pathLst>
              <a:path w="18531839" h="633984">
                <a:moveTo>
                  <a:pt x="0" y="0"/>
                </a:moveTo>
                <a:lnTo>
                  <a:pt x="18531839" y="0"/>
                </a:lnTo>
                <a:lnTo>
                  <a:pt x="18531839" y="633984"/>
                </a:lnTo>
                <a:lnTo>
                  <a:pt x="0" y="633984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3f0335b9c507445c">
              <a:alphaModFix amt="0"/>
            </a:blip>
            <a:stretch>
              <a:fillRect l="0" t="-519606" r="0" b="-519606"/>
            </a:stretch>
          </a:blipFill>
          <a:ln xmlns:a="http://schemas.openxmlformats.org/drawingml/2006/main">
            <a:noFill/>
          </a:ln>
        </p:spPr>
      </p:sp>
      <p:sp>
        <p:nvSpPr>
          <p:cNvPr id="1113" name="Google Shape;1113;g3f520f3c22e_2_1003">
            <a:extLst xmlns:a="http://schemas.openxmlformats.org/drawingml/2006/main">
              <a:ext uri="{FF2B5EF4-FFF2-40B4-BE49-F238E27FC236}">
                <a16:creationId xmlns:a16="http://schemas.microsoft.com/office/drawing/2014/main" id="{526640D7-CD4B-4141-AD44-324F60B66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43273" y="549212"/>
            <a:ext cx="9263602" cy="3408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 u="none" cap="none">
                <a:solidFill>
                  <a:srgbClr val="4A6FA5"/>
                </a:solidFill>
                <a:latin typeface="Calibri"/>
                <a:ea typeface="Calibri"/>
                <a:cs typeface="Calibri"/>
              </a:rPr>
              <a:t>AWS</a:t>
            </a:r>
          </a:p>
        </p:txBody>
      </p:sp>
      <p:sp>
        <p:nvSpPr>
          <p:cNvPr id="1115" name="Google Shape;1115;g3f520f3c22e_2_1003">
            <a:extLst xmlns:a="http://schemas.openxmlformats.org/drawingml/2006/main">
              <a:ext uri="{FF2B5EF4-FFF2-40B4-BE49-F238E27FC236}">
                <a16:creationId xmlns:a16="http://schemas.microsoft.com/office/drawing/2014/main" id="{1F559BF0-76C8-4567-818F-0C6FB2D52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0392" y="950975"/>
            <a:ext cx="10482496" cy="731520"/>
          </a:xfrm>
          <a:custGeom xmlns:a="http://schemas.openxmlformats.org/drawingml/2006/main">
            <a:rect l="l" t="t" r="r" b="b"/>
            <a:pathLst>
              <a:path w="20970239" h="1463040">
                <a:moveTo>
                  <a:pt x="0" y="0"/>
                </a:moveTo>
                <a:lnTo>
                  <a:pt x="20970239" y="0"/>
                </a:lnTo>
                <a:lnTo>
                  <a:pt x="20970239" y="1463040"/>
                </a:lnTo>
                <a:lnTo>
                  <a:pt x="0" y="1463040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3f0335b9c507445c">
              <a:alphaModFix amt="0"/>
            </a:blip>
            <a:stretch>
              <a:fillRect l="0" t="-229298" r="0" b="-229298"/>
            </a:stretch>
          </a:blipFill>
          <a:ln xmlns:a="http://schemas.openxmlformats.org/drawingml/2006/main">
            <a:noFill/>
          </a:ln>
        </p:spPr>
      </p:sp>
      <p:sp>
        <p:nvSpPr>
          <p:cNvPr id="1116" name="Google Shape;1116;g3f520f3c22e_2_1003">
            <a:extLst xmlns:a="http://schemas.openxmlformats.org/drawingml/2006/main">
              <a:ext uri="{FF2B5EF4-FFF2-40B4-BE49-F238E27FC236}">
                <a16:creationId xmlns:a16="http://schemas.microsoft.com/office/drawing/2014/main" id="{FEAD8428-412E-40FF-BDBC-F4351A705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0392" y="879538"/>
            <a:ext cx="10482497" cy="8029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400" b="1" i="0" u="none" cap="none">
                <a:solidFill>
                  <a:srgbClr val="0F2C4C"/>
                </a:solidFill>
                <a:latin typeface="Calibri"/>
                <a:ea typeface="Calibri"/>
                <a:cs typeface="Calibri"/>
              </a:rPr>
              <a:t>Do dispositivo ao dado confiável</a:t>
            </a:r>
          </a:p>
        </p:txBody>
      </p:sp>
      <p:sp>
        <p:nvSpPr>
          <p:cNvPr id="1118" name="Google Shape;1118;g3f520f3c22e_2_1003">
            <a:extLst xmlns:a="http://schemas.openxmlformats.org/drawingml/2006/main">
              <a:ext uri="{FF2B5EF4-FFF2-40B4-BE49-F238E27FC236}">
                <a16:creationId xmlns:a16="http://schemas.microsoft.com/office/drawing/2014/main" id="{57CD2DE0-0811-4C4E-B2C1-F365165D1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0392" y="1828800"/>
            <a:ext cx="10848166" cy="670560"/>
          </a:xfrm>
          <a:custGeom xmlns:a="http://schemas.openxmlformats.org/drawingml/2006/main">
            <a:rect l="l" t="t" r="r" b="b"/>
            <a:pathLst>
              <a:path w="21701761" h="1341120">
                <a:moveTo>
                  <a:pt x="0" y="0"/>
                </a:moveTo>
                <a:lnTo>
                  <a:pt x="21701761" y="0"/>
                </a:lnTo>
                <a:lnTo>
                  <a:pt x="21701761" y="1341120"/>
                </a:lnTo>
                <a:lnTo>
                  <a:pt x="0" y="1341120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3f0335b9c507445c">
              <a:alphaModFix amt="0"/>
            </a:blip>
            <a:stretch>
              <a:fillRect l="0" t="-265298" r="0" b="-265298"/>
            </a:stretch>
          </a:blipFill>
          <a:ln xmlns:a="http://schemas.openxmlformats.org/drawingml/2006/main">
            <a:noFill/>
          </a:ln>
        </p:spPr>
      </p:sp>
      <p:sp>
        <p:nvSpPr>
          <p:cNvPr id="1119" name="Google Shape;1119;g3f520f3c22e_2_1003">
            <a:extLst xmlns:a="http://schemas.openxmlformats.org/drawingml/2006/main">
              <a:ext uri="{FF2B5EF4-FFF2-40B4-BE49-F238E27FC236}">
                <a16:creationId xmlns:a16="http://schemas.microsoft.com/office/drawing/2014/main" id="{802245BC-B96A-4936-995C-2A2CBB7FF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0392" y="1790700"/>
            <a:ext cx="10848165" cy="7086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700" b="0" i="0" u="none" cap="none">
                <a:solidFill>
                  <a:srgbClr val="3A4C63"/>
                </a:solidFill>
                <a:latin typeface="Calibri"/>
                <a:ea typeface="Calibri"/>
                <a:cs typeface="Calibri"/>
              </a:rPr>
              <a:t>CloudFormation reproduz o caminho de ingestão sem ampliar buffers nem dependências do ESP32.</a:t>
            </a:r>
          </a:p>
        </p:txBody>
      </p:sp>
      <p:sp>
        <p:nvSpPr>
          <p:cNvPr id="1120" name="Google Shape;1120;g3f520f3c22e_2_1003">
            <a:extLst xmlns:a="http://schemas.openxmlformats.org/drawingml/2006/main">
              <a:ext uri="{FF2B5EF4-FFF2-40B4-BE49-F238E27FC236}">
                <a16:creationId xmlns:a16="http://schemas.microsoft.com/office/drawing/2014/main" id="{83AEA761-4D5E-41FC-A41D-421C8EEA1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30" y="3039535"/>
            <a:ext cx="2393795" cy="1419034"/>
          </a:xfrm>
          <a:custGeom xmlns:a="http://schemas.openxmlformats.org/drawingml/2006/main">
            <a:rect l="l" t="t" r="r" b="b"/>
            <a:pathLst>
              <a:path w="4788789" h="2838069">
                <a:moveTo>
                  <a:pt x="0" y="197485"/>
                </a:moveTo>
                <a:cubicBezTo>
                  <a:pt x="0" y="88392"/>
                  <a:pt x="88392" y="0"/>
                  <a:pt x="197485" y="0"/>
                </a:cubicBezTo>
                <a:lnTo>
                  <a:pt x="4591304" y="0"/>
                </a:lnTo>
                <a:cubicBezTo>
                  <a:pt x="4700397" y="0"/>
                  <a:pt x="4788789" y="88392"/>
                  <a:pt x="4788789" y="197485"/>
                </a:cubicBezTo>
                <a:lnTo>
                  <a:pt x="4788789" y="2640584"/>
                </a:lnTo>
                <a:cubicBezTo>
                  <a:pt x="4788789" y="2749677"/>
                  <a:pt x="4700397" y="2838069"/>
                  <a:pt x="4591304" y="2838069"/>
                </a:cubicBezTo>
                <a:lnTo>
                  <a:pt x="197485" y="2838069"/>
                </a:lnTo>
                <a:cubicBezTo>
                  <a:pt x="88392" y="2838069"/>
                  <a:pt x="0" y="2749677"/>
                  <a:pt x="0" y="2640584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5400" cmpd="sng">
            <a:solidFill>
              <a:srgbClr val="D3DEE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60950" tIns="60950" rIns="60950" bIns="6095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122" name="Google Shape;1122;g3f520f3c22e_2_1003">
            <a:extLst xmlns:a="http://schemas.openxmlformats.org/drawingml/2006/main">
              <a:ext uri="{FF2B5EF4-FFF2-40B4-BE49-F238E27FC236}">
                <a16:creationId xmlns:a16="http://schemas.microsoft.com/office/drawing/2014/main" id="{325DDEEB-4473-4199-AA0C-472BB6075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3226" y="3267456"/>
            <a:ext cx="2011177" cy="304800"/>
          </a:xfrm>
          <a:custGeom xmlns:a="http://schemas.openxmlformats.org/drawingml/2006/main">
            <a:rect l="l" t="t" r="r" b="b"/>
            <a:pathLst>
              <a:path w="4023360" h="609600">
                <a:moveTo>
                  <a:pt x="0" y="0"/>
                </a:moveTo>
                <a:lnTo>
                  <a:pt x="4023360" y="0"/>
                </a:lnTo>
                <a:lnTo>
                  <a:pt x="4023360" y="609600"/>
                </a:lnTo>
                <a:lnTo>
                  <a:pt x="0" y="609600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3f0335b9c507445c">
              <a:alphaModFix amt="0"/>
            </a:blip>
            <a:stretch>
              <a:fillRect l="0" t="-78601" r="0" b="-78601"/>
            </a:stretch>
          </a:blipFill>
          <a:ln xmlns:a="http://schemas.openxmlformats.org/drawingml/2006/main">
            <a:noFill/>
          </a:ln>
        </p:spPr>
      </p:sp>
      <p:sp>
        <p:nvSpPr>
          <p:cNvPr id="1123" name="Google Shape;1123;g3f520f3c22e_2_1003">
            <a:extLst xmlns:a="http://schemas.openxmlformats.org/drawingml/2006/main">
              <a:ext uri="{FF2B5EF4-FFF2-40B4-BE49-F238E27FC236}">
                <a16:creationId xmlns:a16="http://schemas.microsoft.com/office/drawing/2014/main" id="{38CD29C9-593A-46D1-81B9-AC2734F4F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3226" y="3248406"/>
            <a:ext cx="2011177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 u="none" cap="none">
                <a:solidFill>
                  <a:srgbClr val="38BDF8"/>
                </a:solidFill>
                <a:latin typeface="Calibri"/>
                <a:ea typeface="Calibri"/>
                <a:cs typeface="Calibri"/>
              </a:rPr>
              <a:t>ETAPA 01</a:t>
            </a:r>
          </a:p>
        </p:txBody>
      </p:sp>
      <p:sp>
        <p:nvSpPr>
          <p:cNvPr id="1124" name="Google Shape;1124;g3f520f3c22e_2_1003">
            <a:extLst xmlns:a="http://schemas.openxmlformats.org/drawingml/2006/main">
              <a:ext uri="{FF2B5EF4-FFF2-40B4-BE49-F238E27FC236}">
                <a16:creationId xmlns:a16="http://schemas.microsoft.com/office/drawing/2014/main" id="{90A1C2B1-42B3-41FE-AD53-2057E57A6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226" y="3552698"/>
            <a:ext cx="2011177" cy="7632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1" i="0" u="none" cap="none">
                <a:solidFill>
                  <a:srgbClr val="0F2C4C"/>
                </a:solidFill>
                <a:latin typeface="Calibri"/>
                <a:ea typeface="Calibri"/>
                <a:cs typeface="Calibri"/>
              </a:rPr>
              <a:t>IoT Core</a:t>
            </a:r>
          </a:p>
        </p:txBody>
      </p:sp>
      <p:sp>
        <p:nvSpPr>
          <p:cNvPr id="1125" name="Google Shape;1125;g3f520f3c22e_2_1003">
            <a:extLst xmlns:a="http://schemas.openxmlformats.org/drawingml/2006/main">
              <a:ext uri="{FF2B5EF4-FFF2-40B4-BE49-F238E27FC236}">
                <a16:creationId xmlns:a16="http://schemas.microsoft.com/office/drawing/2014/main" id="{A38F9B90-F28D-4A1A-A177-127DD4B22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2560" y="3596640"/>
            <a:ext cx="316913" cy="316992"/>
          </a:xfrm>
          <a:custGeom xmlns:a="http://schemas.openxmlformats.org/drawingml/2006/main">
            <a:rect l="l" t="t" r="r" b="b"/>
            <a:pathLst>
              <a:path w="633984" h="633984">
                <a:moveTo>
                  <a:pt x="0" y="0"/>
                </a:moveTo>
                <a:lnTo>
                  <a:pt x="633984" y="0"/>
                </a:lnTo>
                <a:lnTo>
                  <a:pt x="633984" y="633984"/>
                </a:lnTo>
                <a:lnTo>
                  <a:pt x="0" y="633984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5cbdb845624846a0">
              <a:alphaModFix/>
            </a:blip>
            <a:stretch>
              <a:fillRect l="0" t="0" r="0" b="0"/>
            </a:stretch>
          </a:blipFill>
          <a:ln xmlns:a="http://schemas.openxmlformats.org/drawingml/2006/main">
            <a:noFill/>
          </a:ln>
        </p:spPr>
      </p:sp>
      <p:sp>
        <p:nvSpPr>
          <p:cNvPr id="1126" name="Google Shape;1126;g3f520f3c22e_2_1003">
            <a:extLst xmlns:a="http://schemas.openxmlformats.org/drawingml/2006/main">
              <a:ext uri="{FF2B5EF4-FFF2-40B4-BE49-F238E27FC236}">
                <a16:creationId xmlns:a16="http://schemas.microsoft.com/office/drawing/2014/main" id="{E2CF2C8A-61BB-45DE-BA1F-1557F2DFF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392" y="4601210"/>
            <a:ext cx="2376845" cy="7632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0" u="none" cap="none">
                <a:solidFill>
                  <a:srgbClr val="7E8FA6"/>
                </a:solidFill>
                <a:latin typeface="Calibri"/>
                <a:ea typeface="Calibri"/>
                <a:cs typeface="Calibri"/>
              </a:rPr>
              <a:t>mTLS por Thing</a:t>
            </a: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0" u="none" cap="none">
                <a:solidFill>
                  <a:srgbClr val="7E8FA6"/>
                </a:solidFill>
                <a:latin typeface="Calibri"/>
                <a:ea typeface="Calibri"/>
                <a:cs typeface="Calibri"/>
              </a:rPr>
              <a:t>Rule por tópico</a:t>
            </a:r>
          </a:p>
        </p:txBody>
      </p:sp>
      <p:sp>
        <p:nvSpPr>
          <p:cNvPr id="1127" name="Google Shape;1127;g3f520f3c22e_2_1003">
            <a:extLst xmlns:a="http://schemas.openxmlformats.org/drawingml/2006/main">
              <a:ext uri="{FF2B5EF4-FFF2-40B4-BE49-F238E27FC236}">
                <a16:creationId xmlns:a16="http://schemas.microsoft.com/office/drawing/2014/main" id="{7DAB871B-0F74-45A1-84F3-ABB8DA24B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1955" y="3039535"/>
            <a:ext cx="2393795" cy="1419034"/>
          </a:xfrm>
          <a:custGeom xmlns:a="http://schemas.openxmlformats.org/drawingml/2006/main">
            <a:rect l="l" t="t" r="r" b="b"/>
            <a:pathLst>
              <a:path w="4788789" h="2838069">
                <a:moveTo>
                  <a:pt x="0" y="197485"/>
                </a:moveTo>
                <a:cubicBezTo>
                  <a:pt x="0" y="88392"/>
                  <a:pt x="88392" y="0"/>
                  <a:pt x="197485" y="0"/>
                </a:cubicBezTo>
                <a:lnTo>
                  <a:pt x="4591304" y="0"/>
                </a:lnTo>
                <a:cubicBezTo>
                  <a:pt x="4700397" y="0"/>
                  <a:pt x="4788789" y="88392"/>
                  <a:pt x="4788789" y="197485"/>
                </a:cubicBezTo>
                <a:lnTo>
                  <a:pt x="4788789" y="2640584"/>
                </a:lnTo>
                <a:cubicBezTo>
                  <a:pt x="4788789" y="2749677"/>
                  <a:pt x="4700397" y="2838069"/>
                  <a:pt x="4591304" y="2838069"/>
                </a:cubicBezTo>
                <a:lnTo>
                  <a:pt x="197485" y="2838069"/>
                </a:lnTo>
                <a:cubicBezTo>
                  <a:pt x="88392" y="2838069"/>
                  <a:pt x="0" y="2749677"/>
                  <a:pt x="0" y="2640584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5400" cmpd="sng">
            <a:solidFill>
              <a:srgbClr val="D3DEE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60950" tIns="60950" rIns="60950" bIns="6095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129" name="Google Shape;1129;g3f520f3c22e_2_1003">
            <a:extLst xmlns:a="http://schemas.openxmlformats.org/drawingml/2006/main">
              <a:ext uri="{FF2B5EF4-FFF2-40B4-BE49-F238E27FC236}">
                <a16:creationId xmlns:a16="http://schemas.microsoft.com/office/drawing/2014/main" id="{DE974EF6-C59C-4E06-8CD9-865ACD09B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693252" y="3267456"/>
            <a:ext cx="2011177" cy="304800"/>
          </a:xfrm>
          <a:custGeom xmlns:a="http://schemas.openxmlformats.org/drawingml/2006/main">
            <a:rect l="l" t="t" r="r" b="b"/>
            <a:pathLst>
              <a:path w="4023360" h="609600">
                <a:moveTo>
                  <a:pt x="0" y="0"/>
                </a:moveTo>
                <a:lnTo>
                  <a:pt x="4023360" y="0"/>
                </a:lnTo>
                <a:lnTo>
                  <a:pt x="4023360" y="609600"/>
                </a:lnTo>
                <a:lnTo>
                  <a:pt x="0" y="609600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3f0335b9c507445c">
              <a:alphaModFix amt="0"/>
            </a:blip>
            <a:stretch>
              <a:fillRect l="0" t="-78601" r="0" b="-78601"/>
            </a:stretch>
          </a:blipFill>
          <a:ln xmlns:a="http://schemas.openxmlformats.org/drawingml/2006/main">
            <a:noFill/>
          </a:ln>
        </p:spPr>
      </p:sp>
      <p:sp>
        <p:nvSpPr>
          <p:cNvPr id="1130" name="Google Shape;1130;g3f520f3c22e_2_1003">
            <a:extLst xmlns:a="http://schemas.openxmlformats.org/drawingml/2006/main">
              <a:ext uri="{FF2B5EF4-FFF2-40B4-BE49-F238E27FC236}">
                <a16:creationId xmlns:a16="http://schemas.microsoft.com/office/drawing/2014/main" id="{F802EDAA-A374-4B46-BA89-1424FC83A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693252" y="3248406"/>
            <a:ext cx="2011177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 u="none" cap="none">
                <a:solidFill>
                  <a:srgbClr val="38BDF8"/>
                </a:solidFill>
                <a:latin typeface="Calibri"/>
                <a:ea typeface="Calibri"/>
                <a:cs typeface="Calibri"/>
              </a:rPr>
              <a:t>ETAPA 02</a:t>
            </a:r>
          </a:p>
        </p:txBody>
      </p:sp>
      <p:sp>
        <p:nvSpPr>
          <p:cNvPr id="1131" name="Google Shape;1131;g3f520f3c22e_2_1003">
            <a:extLst xmlns:a="http://schemas.openxmlformats.org/drawingml/2006/main">
              <a:ext uri="{FF2B5EF4-FFF2-40B4-BE49-F238E27FC236}">
                <a16:creationId xmlns:a16="http://schemas.microsoft.com/office/drawing/2014/main" id="{2C942391-8A60-45E9-8885-80483E3FC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3252" y="3552698"/>
            <a:ext cx="2011177" cy="7632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1" i="0" u="none" cap="none">
                <a:solidFill>
                  <a:srgbClr val="0F2C4C"/>
                </a:solidFill>
                <a:latin typeface="Calibri"/>
                <a:ea typeface="Calibri"/>
                <a:cs typeface="Calibri"/>
              </a:rPr>
              <a:t>SQS + DLQ</a:t>
            </a:r>
          </a:p>
        </p:txBody>
      </p:sp>
      <p:sp>
        <p:nvSpPr>
          <p:cNvPr id="1132" name="Google Shape;1132;g3f520f3c22e_2_1003">
            <a:extLst xmlns:a="http://schemas.openxmlformats.org/drawingml/2006/main">
              <a:ext uri="{FF2B5EF4-FFF2-40B4-BE49-F238E27FC236}">
                <a16:creationId xmlns:a16="http://schemas.microsoft.com/office/drawing/2014/main" id="{21FC542A-6B6A-4B77-9C86-57BFAED02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586" y="3596640"/>
            <a:ext cx="316913" cy="316992"/>
          </a:xfrm>
          <a:custGeom xmlns:a="http://schemas.openxmlformats.org/drawingml/2006/main">
            <a:rect l="l" t="t" r="r" b="b"/>
            <a:pathLst>
              <a:path w="633984" h="633984">
                <a:moveTo>
                  <a:pt x="0" y="0"/>
                </a:moveTo>
                <a:lnTo>
                  <a:pt x="633984" y="0"/>
                </a:lnTo>
                <a:lnTo>
                  <a:pt x="633984" y="633984"/>
                </a:lnTo>
                <a:lnTo>
                  <a:pt x="0" y="633984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5cbdb845624846a0">
              <a:alphaModFix/>
            </a:blip>
            <a:stretch>
              <a:fillRect l="0" t="0" r="0" b="0"/>
            </a:stretch>
          </a:blipFill>
          <a:ln xmlns:a="http://schemas.openxmlformats.org/drawingml/2006/main">
            <a:noFill/>
          </a:ln>
        </p:spPr>
      </p:sp>
      <p:sp>
        <p:nvSpPr>
          <p:cNvPr id="1133" name="Google Shape;1133;g3f520f3c22e_2_1003">
            <a:extLst xmlns:a="http://schemas.openxmlformats.org/drawingml/2006/main">
              <a:ext uri="{FF2B5EF4-FFF2-40B4-BE49-F238E27FC236}">
                <a16:creationId xmlns:a16="http://schemas.microsoft.com/office/drawing/2014/main" id="{66E8F326-DF14-4F1A-8046-1C4BA3430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0418" y="4601210"/>
            <a:ext cx="2376845" cy="7632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0" u="none" cap="none">
                <a:solidFill>
                  <a:srgbClr val="7E8FA6"/>
                </a:solidFill>
                <a:latin typeface="Calibri"/>
                <a:ea typeface="Calibri"/>
                <a:cs typeface="Calibri"/>
              </a:rPr>
              <a:t>buffer gerenciado</a:t>
            </a: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0" u="none" cap="none">
                <a:solidFill>
                  <a:srgbClr val="7E8FA6"/>
                </a:solidFill>
                <a:latin typeface="Calibri"/>
                <a:ea typeface="Calibri"/>
                <a:cs typeface="Calibri"/>
              </a:rPr>
              <a:t>reentrega</a:t>
            </a:r>
          </a:p>
        </p:txBody>
      </p:sp>
      <p:sp>
        <p:nvSpPr>
          <p:cNvPr id="1134" name="Google Shape;1134;g3f520f3c22e_2_1003">
            <a:extLst xmlns:a="http://schemas.openxmlformats.org/drawingml/2006/main">
              <a:ext uri="{FF2B5EF4-FFF2-40B4-BE49-F238E27FC236}">
                <a16:creationId xmlns:a16="http://schemas.microsoft.com/office/drawing/2014/main" id="{48A4801B-94C2-48E6-BC09-83A211152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1980" y="3039535"/>
            <a:ext cx="2393795" cy="1419034"/>
          </a:xfrm>
          <a:custGeom xmlns:a="http://schemas.openxmlformats.org/drawingml/2006/main">
            <a:rect l="l" t="t" r="r" b="b"/>
            <a:pathLst>
              <a:path w="4788789" h="2838069">
                <a:moveTo>
                  <a:pt x="0" y="197485"/>
                </a:moveTo>
                <a:cubicBezTo>
                  <a:pt x="0" y="88392"/>
                  <a:pt x="88392" y="0"/>
                  <a:pt x="197485" y="0"/>
                </a:cubicBezTo>
                <a:lnTo>
                  <a:pt x="4591304" y="0"/>
                </a:lnTo>
                <a:cubicBezTo>
                  <a:pt x="4700397" y="0"/>
                  <a:pt x="4788789" y="88392"/>
                  <a:pt x="4788789" y="197485"/>
                </a:cubicBezTo>
                <a:lnTo>
                  <a:pt x="4788789" y="2640584"/>
                </a:lnTo>
                <a:cubicBezTo>
                  <a:pt x="4788789" y="2749677"/>
                  <a:pt x="4700397" y="2838069"/>
                  <a:pt x="4591304" y="2838069"/>
                </a:cubicBezTo>
                <a:lnTo>
                  <a:pt x="197485" y="2838069"/>
                </a:lnTo>
                <a:cubicBezTo>
                  <a:pt x="88392" y="2838069"/>
                  <a:pt x="0" y="2749677"/>
                  <a:pt x="0" y="2640584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5400" cmpd="sng">
            <a:solidFill>
              <a:srgbClr val="D3DEE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60950" tIns="60950" rIns="60950" bIns="6095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136" name="Google Shape;1136;g3f520f3c22e_2_1003">
            <a:extLst xmlns:a="http://schemas.openxmlformats.org/drawingml/2006/main">
              <a:ext uri="{FF2B5EF4-FFF2-40B4-BE49-F238E27FC236}">
                <a16:creationId xmlns:a16="http://schemas.microsoft.com/office/drawing/2014/main" id="{539F1C21-87B2-412F-9998-6F8F36E0B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533277" y="3267456"/>
            <a:ext cx="2011177" cy="304800"/>
          </a:xfrm>
          <a:custGeom xmlns:a="http://schemas.openxmlformats.org/drawingml/2006/main">
            <a:rect l="l" t="t" r="r" b="b"/>
            <a:pathLst>
              <a:path w="4023360" h="609600">
                <a:moveTo>
                  <a:pt x="0" y="0"/>
                </a:moveTo>
                <a:lnTo>
                  <a:pt x="4023360" y="0"/>
                </a:lnTo>
                <a:lnTo>
                  <a:pt x="4023360" y="609600"/>
                </a:lnTo>
                <a:lnTo>
                  <a:pt x="0" y="609600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3f0335b9c507445c">
              <a:alphaModFix amt="0"/>
            </a:blip>
            <a:stretch>
              <a:fillRect l="0" t="-78601" r="0" b="-78601"/>
            </a:stretch>
          </a:blipFill>
          <a:ln xmlns:a="http://schemas.openxmlformats.org/drawingml/2006/main">
            <a:noFill/>
          </a:ln>
        </p:spPr>
      </p:sp>
      <p:sp>
        <p:nvSpPr>
          <p:cNvPr id="1137" name="Google Shape;1137;g3f520f3c22e_2_1003">
            <a:extLst xmlns:a="http://schemas.openxmlformats.org/drawingml/2006/main">
              <a:ext uri="{FF2B5EF4-FFF2-40B4-BE49-F238E27FC236}">
                <a16:creationId xmlns:a16="http://schemas.microsoft.com/office/drawing/2014/main" id="{3E167530-8C0C-40B9-AA58-3F6F68CF3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533277" y="3248406"/>
            <a:ext cx="2011177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 u="none" cap="none">
                <a:solidFill>
                  <a:srgbClr val="38BDF8"/>
                </a:solidFill>
                <a:latin typeface="Calibri"/>
                <a:ea typeface="Calibri"/>
                <a:cs typeface="Calibri"/>
              </a:rPr>
              <a:t>ETAPA 03</a:t>
            </a:r>
          </a:p>
        </p:txBody>
      </p:sp>
      <p:sp>
        <p:nvSpPr>
          <p:cNvPr id="1138" name="Google Shape;1138;g3f520f3c22e_2_1003">
            <a:extLst xmlns:a="http://schemas.openxmlformats.org/drawingml/2006/main">
              <a:ext uri="{FF2B5EF4-FFF2-40B4-BE49-F238E27FC236}">
                <a16:creationId xmlns:a16="http://schemas.microsoft.com/office/drawing/2014/main" id="{DC9A4165-D70E-43A7-A548-773AF36E4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3277" y="3552698"/>
            <a:ext cx="2011177" cy="7632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1" i="0" u="none" cap="none">
                <a:solidFill>
                  <a:srgbClr val="0F2C4C"/>
                </a:solidFill>
                <a:latin typeface="Calibri"/>
                <a:ea typeface="Calibri"/>
                <a:cs typeface="Calibri"/>
              </a:rPr>
              <a:t>Lambda</a:t>
            </a:r>
          </a:p>
        </p:txBody>
      </p:sp>
      <p:sp>
        <p:nvSpPr>
          <p:cNvPr id="1139" name="Google Shape;1139;g3f520f3c22e_2_1003">
            <a:extLst xmlns:a="http://schemas.openxmlformats.org/drawingml/2006/main">
              <a:ext uri="{FF2B5EF4-FFF2-40B4-BE49-F238E27FC236}">
                <a16:creationId xmlns:a16="http://schemas.microsoft.com/office/drawing/2014/main" id="{48E4EE20-6252-40CD-8683-9A435C6DE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2611" y="3596640"/>
            <a:ext cx="316913" cy="316992"/>
          </a:xfrm>
          <a:custGeom xmlns:a="http://schemas.openxmlformats.org/drawingml/2006/main">
            <a:rect l="l" t="t" r="r" b="b"/>
            <a:pathLst>
              <a:path w="633984" h="633984">
                <a:moveTo>
                  <a:pt x="0" y="0"/>
                </a:moveTo>
                <a:lnTo>
                  <a:pt x="633984" y="0"/>
                </a:lnTo>
                <a:lnTo>
                  <a:pt x="633984" y="633984"/>
                </a:lnTo>
                <a:lnTo>
                  <a:pt x="0" y="633984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5cbdb845624846a0">
              <a:alphaModFix/>
            </a:blip>
            <a:stretch>
              <a:fillRect l="0" t="0" r="0" b="0"/>
            </a:stretch>
          </a:blipFill>
          <a:ln xmlns:a="http://schemas.openxmlformats.org/drawingml/2006/main">
            <a:noFill/>
          </a:ln>
        </p:spPr>
      </p:sp>
      <p:sp>
        <p:nvSpPr>
          <p:cNvPr id="1140" name="Google Shape;1140;g3f520f3c22e_2_1003">
            <a:extLst xmlns:a="http://schemas.openxmlformats.org/drawingml/2006/main">
              <a:ext uri="{FF2B5EF4-FFF2-40B4-BE49-F238E27FC236}">
                <a16:creationId xmlns:a16="http://schemas.microsoft.com/office/drawing/2014/main" id="{19FA4D04-D0F0-4A81-92D2-3BB6CAD77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443" y="4601210"/>
            <a:ext cx="2376845" cy="7632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0" u="none" cap="none">
                <a:solidFill>
                  <a:srgbClr val="7E8FA6"/>
                </a:solidFill>
                <a:latin typeface="Calibri"/>
                <a:ea typeface="Calibri"/>
                <a:cs typeface="Calibri"/>
              </a:rPr>
              <a:t>valida lote</a:t>
            </a: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0" u="none" cap="none">
                <a:solidFill>
                  <a:srgbClr val="7E8FA6"/>
                </a:solidFill>
                <a:latin typeface="Calibri"/>
                <a:ea typeface="Calibri"/>
                <a:cs typeface="Calibri"/>
              </a:rPr>
              <a:t>falha parcial</a:t>
            </a:r>
          </a:p>
        </p:txBody>
      </p:sp>
      <p:sp>
        <p:nvSpPr>
          <p:cNvPr id="1141" name="Google Shape;1141;g3f520f3c22e_2_1003">
            <a:extLst xmlns:a="http://schemas.openxmlformats.org/drawingml/2006/main">
              <a:ext uri="{FF2B5EF4-FFF2-40B4-BE49-F238E27FC236}">
                <a16:creationId xmlns:a16="http://schemas.microsoft.com/office/drawing/2014/main" id="{78EA589D-234F-40F0-97A2-1299DABD8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006" y="3039535"/>
            <a:ext cx="2393795" cy="1419034"/>
          </a:xfrm>
          <a:custGeom xmlns:a="http://schemas.openxmlformats.org/drawingml/2006/main">
            <a:rect l="l" t="t" r="r" b="b"/>
            <a:pathLst>
              <a:path w="4788789" h="2838069">
                <a:moveTo>
                  <a:pt x="0" y="197485"/>
                </a:moveTo>
                <a:cubicBezTo>
                  <a:pt x="0" y="88392"/>
                  <a:pt x="88392" y="0"/>
                  <a:pt x="197485" y="0"/>
                </a:cubicBezTo>
                <a:lnTo>
                  <a:pt x="4591304" y="0"/>
                </a:lnTo>
                <a:cubicBezTo>
                  <a:pt x="4700397" y="0"/>
                  <a:pt x="4788789" y="88392"/>
                  <a:pt x="4788789" y="197485"/>
                </a:cubicBezTo>
                <a:lnTo>
                  <a:pt x="4788789" y="2640584"/>
                </a:lnTo>
                <a:cubicBezTo>
                  <a:pt x="4788789" y="2749677"/>
                  <a:pt x="4700397" y="2838069"/>
                  <a:pt x="4591304" y="2838069"/>
                </a:cubicBezTo>
                <a:lnTo>
                  <a:pt x="197485" y="2838069"/>
                </a:lnTo>
                <a:cubicBezTo>
                  <a:pt x="88392" y="2838069"/>
                  <a:pt x="0" y="2749677"/>
                  <a:pt x="0" y="2640584"/>
                </a:cubicBezTo>
                <a:close/>
              </a:path>
            </a:pathLst>
          </a:custGeom>
          <a:solidFill xmlns:a="http://schemas.openxmlformats.org/drawingml/2006/main">
            <a:srgbClr val="4A6FA5"/>
          </a:solidFill>
          <a:ln xmlns:a="http://schemas.openxmlformats.org/drawingml/2006/main" w="25400" cmpd="sng">
            <a:solidFill>
              <a:srgbClr val="D3DEE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60950" tIns="60950" rIns="60950" bIns="6095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143" name="Google Shape;1143;g3f520f3c22e_2_1003">
            <a:extLst xmlns:a="http://schemas.openxmlformats.org/drawingml/2006/main">
              <a:ext uri="{FF2B5EF4-FFF2-40B4-BE49-F238E27FC236}">
                <a16:creationId xmlns:a16="http://schemas.microsoft.com/office/drawing/2014/main" id="{46832FC7-18E1-4623-B316-67113C052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73303" y="3267456"/>
            <a:ext cx="2011177" cy="304800"/>
          </a:xfrm>
          <a:custGeom xmlns:a="http://schemas.openxmlformats.org/drawingml/2006/main">
            <a:rect l="l" t="t" r="r" b="b"/>
            <a:pathLst>
              <a:path w="4023360" h="609600">
                <a:moveTo>
                  <a:pt x="0" y="0"/>
                </a:moveTo>
                <a:lnTo>
                  <a:pt x="4023360" y="0"/>
                </a:lnTo>
                <a:lnTo>
                  <a:pt x="4023360" y="609600"/>
                </a:lnTo>
                <a:lnTo>
                  <a:pt x="0" y="609600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3f0335b9c507445c">
              <a:alphaModFix amt="0"/>
            </a:blip>
            <a:stretch>
              <a:fillRect l="0" t="-78601" r="0" b="-78601"/>
            </a:stretch>
          </a:blipFill>
          <a:ln xmlns:a="http://schemas.openxmlformats.org/drawingml/2006/main">
            <a:noFill/>
          </a:ln>
        </p:spPr>
      </p:sp>
      <p:sp>
        <p:nvSpPr>
          <p:cNvPr id="1144" name="Google Shape;1144;g3f520f3c22e_2_1003">
            <a:extLst xmlns:a="http://schemas.openxmlformats.org/drawingml/2006/main">
              <a:ext uri="{FF2B5EF4-FFF2-40B4-BE49-F238E27FC236}">
                <a16:creationId xmlns:a16="http://schemas.microsoft.com/office/drawing/2014/main" id="{D6764173-3559-4EA9-9931-286688788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73303" y="3248406"/>
            <a:ext cx="2011177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 u="none" cap="none">
                <a:solidFill>
                  <a:srgbClr val="DCE8F7"/>
                </a:solidFill>
                <a:latin typeface="Calibri"/>
                <a:ea typeface="Calibri"/>
                <a:cs typeface="Calibri"/>
              </a:rPr>
              <a:t>ETAPA 04</a:t>
            </a:r>
          </a:p>
        </p:txBody>
      </p:sp>
      <p:sp>
        <p:nvSpPr>
          <p:cNvPr id="1145" name="Google Shape;1145;g3f520f3c22e_2_1003">
            <a:extLst xmlns:a="http://schemas.openxmlformats.org/drawingml/2006/main">
              <a:ext uri="{FF2B5EF4-FFF2-40B4-BE49-F238E27FC236}">
                <a16:creationId xmlns:a16="http://schemas.microsoft.com/office/drawing/2014/main" id="{101E7194-5DCB-4493-A661-4E7C81B49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3303" y="3552698"/>
            <a:ext cx="2011177" cy="7632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1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S3 + DynamoDB</a:t>
            </a:r>
          </a:p>
        </p:txBody>
      </p:sp>
      <p:sp>
        <p:nvSpPr>
          <p:cNvPr id="1146" name="Google Shape;1146;g3f520f3c22e_2_1003">
            <a:extLst xmlns:a="http://schemas.openxmlformats.org/drawingml/2006/main">
              <a:ext uri="{FF2B5EF4-FFF2-40B4-BE49-F238E27FC236}">
                <a16:creationId xmlns:a16="http://schemas.microsoft.com/office/drawing/2014/main" id="{636EA6FC-A125-4F6D-80A3-F1E77EE05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0468" y="4601210"/>
            <a:ext cx="2376845" cy="7632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0" u="none" cap="none">
                <a:solidFill>
                  <a:srgbClr val="7E8FA6"/>
                </a:solidFill>
                <a:latin typeface="Calibri"/>
                <a:ea typeface="Calibri"/>
                <a:cs typeface="Calibri"/>
              </a:rPr>
              <a:t>bruto + estado</a:t>
            </a: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0" u="none" cap="none">
                <a:solidFill>
                  <a:srgbClr val="7E8FA6"/>
                </a:solidFill>
                <a:latin typeface="Calibri"/>
                <a:ea typeface="Calibri"/>
                <a:cs typeface="Calibri"/>
              </a:rPr>
              <a:t>alarmes</a:t>
            </a:r>
          </a:p>
        </p:txBody>
      </p:sp>
      <p:sp>
        <p:nvSpPr>
          <p:cNvPr id="1148" name="Google Shape;1148;g3f520f3c22e_2_1003">
            <a:extLst xmlns:a="http://schemas.openxmlformats.org/drawingml/2006/main">
              <a:ext uri="{FF2B5EF4-FFF2-40B4-BE49-F238E27FC236}">
                <a16:creationId xmlns:a16="http://schemas.microsoft.com/office/drawing/2014/main" id="{2FC2BD19-67FB-4A40-840C-33DAC6B87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0392" y="6461760"/>
            <a:ext cx="6703923" cy="304800"/>
          </a:xfrm>
          <a:custGeom xmlns:a="http://schemas.openxmlformats.org/drawingml/2006/main">
            <a:rect l="l" t="t" r="r" b="b"/>
            <a:pathLst>
              <a:path w="13411200" h="609600">
                <a:moveTo>
                  <a:pt x="0" y="0"/>
                </a:moveTo>
                <a:lnTo>
                  <a:pt x="13411200" y="0"/>
                </a:lnTo>
                <a:lnTo>
                  <a:pt x="13411200" y="609600"/>
                </a:lnTo>
                <a:lnTo>
                  <a:pt x="0" y="609600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3f0335b9c507445c">
              <a:alphaModFix amt="0"/>
            </a:blip>
            <a:stretch>
              <a:fillRect l="0" t="-378669" r="0" b="-378669"/>
            </a:stretch>
          </a:blipFill>
          <a:ln xmlns:a="http://schemas.openxmlformats.org/drawingml/2006/main">
            <a:noFill/>
          </a:ln>
        </p:spPr>
      </p:sp>
      <p:sp>
        <p:nvSpPr>
          <p:cNvPr id="1149" name="Google Shape;1149;g3f520f3c22e_2_1003">
            <a:extLst xmlns:a="http://schemas.openxmlformats.org/drawingml/2006/main">
              <a:ext uri="{FF2B5EF4-FFF2-40B4-BE49-F238E27FC236}">
                <a16:creationId xmlns:a16="http://schemas.microsoft.com/office/drawing/2014/main" id="{FBE77F7C-2287-4969-A319-91565374F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0392" y="6442710"/>
            <a:ext cx="6703923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cap="none">
                <a:solidFill>
                  <a:srgbClr val="7E8FA6"/>
                </a:solidFill>
                <a:latin typeface="Calibri"/>
                <a:ea typeface="Calibri"/>
                <a:cs typeface="Calibri"/>
              </a:rPr>
              <a:t>Air Sense · ESP-WROOM-32 · qualidade do ar · protótipo acadêmico</a:t>
            </a:r>
          </a:p>
        </p:txBody>
      </p:sp>
      <p:sp>
        <p:nvSpPr>
          <p:cNvPr id="1151" name="Google Shape;1151;g3f520f3c22e_2_1003">
            <a:extLst xmlns:a="http://schemas.openxmlformats.org/drawingml/2006/main">
              <a:ext uri="{FF2B5EF4-FFF2-40B4-BE49-F238E27FC236}">
                <a16:creationId xmlns:a16="http://schemas.microsoft.com/office/drawing/2014/main" id="{9BA7FB8A-1E49-4141-9BEF-378036796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09110" y="6461760"/>
            <a:ext cx="609448" cy="304800"/>
          </a:xfrm>
          <a:custGeom xmlns:a="http://schemas.openxmlformats.org/drawingml/2006/main">
            <a:rect l="l" t="t" r="r" b="b"/>
            <a:pathLst>
              <a:path w="1219200" h="609600">
                <a:moveTo>
                  <a:pt x="0" y="0"/>
                </a:moveTo>
                <a:lnTo>
                  <a:pt x="1219200" y="0"/>
                </a:lnTo>
                <a:lnTo>
                  <a:pt x="1219200" y="609600"/>
                </a:lnTo>
                <a:lnTo>
                  <a:pt x="0" y="609600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3f0335b9c507445c">
              <a:alphaModFix amt="0"/>
            </a:blip>
            <a:stretch>
              <a:fillRect l="-14150" t="0" r="-14150" b="0"/>
            </a:stretch>
          </a:blipFill>
          <a:ln xmlns:a="http://schemas.openxmlformats.org/drawingml/2006/main">
            <a:noFill/>
          </a:ln>
        </p:spPr>
      </p:sp>
      <p:sp>
        <p:nvSpPr>
          <p:cNvPr id="1152" name="Google Shape;1152;g3f520f3c22e_2_1003">
            <a:extLst xmlns:a="http://schemas.openxmlformats.org/drawingml/2006/main">
              <a:ext uri="{FF2B5EF4-FFF2-40B4-BE49-F238E27FC236}">
                <a16:creationId xmlns:a16="http://schemas.microsoft.com/office/drawing/2014/main" id="{A62CD447-25A1-4357-858F-2D6238522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09110" y="6442710"/>
            <a:ext cx="609448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cap="none">
                <a:solidFill>
                  <a:srgbClr val="7E8FA6"/>
                </a:solidFill>
                <a:latin typeface="Calibri"/>
                <a:ea typeface="Calibri"/>
                <a:cs typeface="Calibr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6100595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EEF3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86" name="Google Shape;1586;g3f520f3c22e_2_1464">
            <a:extLst xmlns:a="http://schemas.openxmlformats.org/drawingml/2006/main">
              <a:ext uri="{FF2B5EF4-FFF2-40B4-BE49-F238E27FC236}">
                <a16:creationId xmlns:a16="http://schemas.microsoft.com/office/drawing/2014/main" id="{27F6E3E3-AA92-440C-A5A5-08271ABF5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392" y="609600"/>
            <a:ext cx="414424" cy="373063"/>
          </a:xfrm>
          <a:custGeom xmlns:a="http://schemas.openxmlformats.org/drawingml/2006/main">
            <a:rect l="l" t="t" r="r" b="b"/>
            <a:pathLst>
              <a:path w="829056" h="746125">
                <a:moveTo>
                  <a:pt x="0" y="373126"/>
                </a:moveTo>
                <a:lnTo>
                  <a:pt x="186563" y="0"/>
                </a:lnTo>
                <a:lnTo>
                  <a:pt x="642493" y="0"/>
                </a:lnTo>
                <a:lnTo>
                  <a:pt x="829056" y="373126"/>
                </a:lnTo>
                <a:lnTo>
                  <a:pt x="642493" y="746125"/>
                </a:lnTo>
                <a:lnTo>
                  <a:pt x="186563" y="746125"/>
                </a:lnTo>
                <a:close/>
              </a:path>
            </a:pathLst>
          </a:custGeom>
          <a:solidFill xmlns:a="http://schemas.openxmlformats.org/drawingml/2006/main">
            <a:srgbClr val="38BDF8"/>
          </a:solidFill>
          <a:ln xmlns:a="http://schemas.openxmlformats.org/drawingml/2006/main">
            <a:noFill/>
          </a:ln>
        </p:spPr>
      </p:sp>
      <p:sp>
        <p:nvSpPr>
          <p:cNvPr id="1588" name="Google Shape;1588;g3f520f3c22e_2_1464">
            <a:extLst xmlns:a="http://schemas.openxmlformats.org/drawingml/2006/main">
              <a:ext uri="{FF2B5EF4-FFF2-40B4-BE49-F238E27FC236}">
                <a16:creationId xmlns:a16="http://schemas.microsoft.com/office/drawing/2014/main" id="{16563AB3-B9F8-4DEC-AA50-C2FD771AE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43273" y="573024"/>
            <a:ext cx="9263601" cy="316992"/>
          </a:xfrm>
          <a:custGeom xmlns:a="http://schemas.openxmlformats.org/drawingml/2006/main">
            <a:rect l="l" t="t" r="r" b="b"/>
            <a:pathLst>
              <a:path w="18531839" h="633984">
                <a:moveTo>
                  <a:pt x="0" y="0"/>
                </a:moveTo>
                <a:lnTo>
                  <a:pt x="18531839" y="0"/>
                </a:lnTo>
                <a:lnTo>
                  <a:pt x="18531839" y="633984"/>
                </a:lnTo>
                <a:lnTo>
                  <a:pt x="0" y="633984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c403badefdb14f60">
              <a:alphaModFix amt="0"/>
            </a:blip>
            <a:stretch>
              <a:fillRect l="0" t="-519606" r="0" b="-519606"/>
            </a:stretch>
          </a:blipFill>
          <a:ln xmlns:a="http://schemas.openxmlformats.org/drawingml/2006/main">
            <a:noFill/>
          </a:ln>
        </p:spPr>
      </p:sp>
      <p:sp>
        <p:nvSpPr>
          <p:cNvPr id="1589" name="Google Shape;1589;g3f520f3c22e_2_1464">
            <a:extLst xmlns:a="http://schemas.openxmlformats.org/drawingml/2006/main">
              <a:ext uri="{FF2B5EF4-FFF2-40B4-BE49-F238E27FC236}">
                <a16:creationId xmlns:a16="http://schemas.microsoft.com/office/drawing/2014/main" id="{8DF1723C-75C3-42CD-91AC-BF60500A5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43273" y="549212"/>
            <a:ext cx="9263602" cy="3408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 u="none" cap="none">
                <a:solidFill>
                  <a:srgbClr val="4A6FA5"/>
                </a:solidFill>
                <a:latin typeface="Calibri"/>
                <a:ea typeface="Calibri"/>
                <a:cs typeface="Calibri"/>
              </a:rPr>
              <a:t>VERIFICAÇÃO</a:t>
            </a:r>
          </a:p>
        </p:txBody>
      </p:sp>
      <p:sp>
        <p:nvSpPr>
          <p:cNvPr id="1591" name="Google Shape;1591;g3f520f3c22e_2_1464">
            <a:extLst xmlns:a="http://schemas.openxmlformats.org/drawingml/2006/main">
              <a:ext uri="{FF2B5EF4-FFF2-40B4-BE49-F238E27FC236}">
                <a16:creationId xmlns:a16="http://schemas.microsoft.com/office/drawing/2014/main" id="{9D8E096C-ED1F-4EB4-AA40-D3509F954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0392" y="950975"/>
            <a:ext cx="10482496" cy="731520"/>
          </a:xfrm>
          <a:custGeom xmlns:a="http://schemas.openxmlformats.org/drawingml/2006/main">
            <a:rect l="l" t="t" r="r" b="b"/>
            <a:pathLst>
              <a:path w="20970239" h="1463040">
                <a:moveTo>
                  <a:pt x="0" y="0"/>
                </a:moveTo>
                <a:lnTo>
                  <a:pt x="20970239" y="0"/>
                </a:lnTo>
                <a:lnTo>
                  <a:pt x="20970239" y="1463040"/>
                </a:lnTo>
                <a:lnTo>
                  <a:pt x="0" y="1463040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c403badefdb14f60">
              <a:alphaModFix amt="0"/>
            </a:blip>
            <a:stretch>
              <a:fillRect l="0" t="-229298" r="0" b="-229298"/>
            </a:stretch>
          </a:blipFill>
          <a:ln xmlns:a="http://schemas.openxmlformats.org/drawingml/2006/main">
            <a:noFill/>
          </a:ln>
        </p:spPr>
      </p:sp>
      <p:sp>
        <p:nvSpPr>
          <p:cNvPr id="1592" name="Google Shape;1592;g3f520f3c22e_2_1464">
            <a:extLst xmlns:a="http://schemas.openxmlformats.org/drawingml/2006/main">
              <a:ext uri="{FF2B5EF4-FFF2-40B4-BE49-F238E27FC236}">
                <a16:creationId xmlns:a16="http://schemas.microsoft.com/office/drawing/2014/main" id="{8726B19B-6E5C-4E87-AD45-A245A092F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0392" y="879538"/>
            <a:ext cx="10482497" cy="8029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400" b="1" i="0" u="none" cap="none">
                <a:solidFill>
                  <a:srgbClr val="0F2C4C"/>
                </a:solidFill>
                <a:latin typeface="Calibri"/>
                <a:ea typeface="Calibri"/>
                <a:cs typeface="Calibri"/>
              </a:rPr>
              <a:t>Evidências reproduzidas</a:t>
            </a:r>
          </a:p>
        </p:txBody>
      </p:sp>
      <p:sp>
        <p:nvSpPr>
          <p:cNvPr id="1593" name="Google Shape;1593;g3f520f3c22e_2_1464">
            <a:extLst xmlns:a="http://schemas.openxmlformats.org/drawingml/2006/main">
              <a:ext uri="{FF2B5EF4-FFF2-40B4-BE49-F238E27FC236}">
                <a16:creationId xmlns:a16="http://schemas.microsoft.com/office/drawing/2014/main" id="{C9E1216C-853F-4378-8312-D67F73882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810" y="1879175"/>
            <a:ext cx="6481284" cy="4105466"/>
          </a:xfrm>
          <a:custGeom xmlns:a="http://schemas.openxmlformats.org/drawingml/2006/main">
            <a:rect l="l" t="t" r="r" b="b"/>
            <a:pathLst>
              <a:path w="12965811" h="8210931">
                <a:moveTo>
                  <a:pt x="0" y="196088"/>
                </a:moveTo>
                <a:cubicBezTo>
                  <a:pt x="0" y="87757"/>
                  <a:pt x="87757" y="0"/>
                  <a:pt x="196088" y="0"/>
                </a:cubicBezTo>
                <a:lnTo>
                  <a:pt x="12769723" y="0"/>
                </a:lnTo>
                <a:cubicBezTo>
                  <a:pt x="12878054" y="0"/>
                  <a:pt x="12965811" y="87757"/>
                  <a:pt x="12965811" y="196088"/>
                </a:cubicBezTo>
                <a:lnTo>
                  <a:pt x="12965811" y="8014843"/>
                </a:lnTo>
                <a:cubicBezTo>
                  <a:pt x="12965811" y="8123175"/>
                  <a:pt x="12878054" y="8210931"/>
                  <a:pt x="12769723" y="8210931"/>
                </a:cubicBezTo>
                <a:lnTo>
                  <a:pt x="196088" y="8210931"/>
                </a:lnTo>
                <a:cubicBezTo>
                  <a:pt x="87757" y="8210931"/>
                  <a:pt x="0" y="8123174"/>
                  <a:pt x="0" y="8014843"/>
                </a:cubicBezTo>
                <a:close/>
              </a:path>
            </a:pathLst>
          </a:custGeom>
          <a:solidFill xmlns:a="http://schemas.openxmlformats.org/drawingml/2006/main">
            <a:srgbClr val="F7FAFD"/>
          </a:solidFill>
          <a:ln xmlns:a="http://schemas.openxmlformats.org/drawingml/2006/main" w="31750" cmpd="sng">
            <a:solidFill>
              <a:srgbClr val="A9C1DC"/>
            </a:solidFill>
            <a:prstDash val="dash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60950" tIns="60950" rIns="60950" bIns="6095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596" name="Google Shape;1596;g3f520f3c22e_2_1464">
            <a:extLst xmlns:a="http://schemas.openxmlformats.org/drawingml/2006/main">
              <a:ext uri="{FF2B5EF4-FFF2-40B4-BE49-F238E27FC236}">
                <a16:creationId xmlns:a16="http://schemas.microsoft.com/office/drawing/2014/main" id="{B084643D-A401-4BFB-81F6-89D322287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4171" y="3992880"/>
            <a:ext cx="5972586" cy="365760"/>
          </a:xfrm>
          <a:custGeom xmlns:a="http://schemas.openxmlformats.org/drawingml/2006/main">
            <a:rect l="l" t="t" r="r" b="b"/>
            <a:pathLst>
              <a:path w="11948160" h="731520">
                <a:moveTo>
                  <a:pt x="0" y="0"/>
                </a:moveTo>
                <a:lnTo>
                  <a:pt x="11948160" y="0"/>
                </a:lnTo>
                <a:lnTo>
                  <a:pt x="11948160" y="731520"/>
                </a:lnTo>
                <a:lnTo>
                  <a:pt x="0" y="731520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c403badefdb14f60">
              <a:alphaModFix amt="0"/>
            </a:blip>
            <a:stretch>
              <a:fillRect l="0" t="-268269" r="0" b="-268269"/>
            </a:stretch>
          </a:blipFill>
          <a:ln xmlns:a="http://schemas.openxmlformats.org/drawingml/2006/main">
            <a:noFill/>
          </a:ln>
        </p:spPr>
      </p:sp>
      <p:sp>
        <p:nvSpPr>
          <p:cNvPr id="1597" name="Google Shape;1597;g3f520f3c22e_2_1464">
            <a:extLst xmlns:a="http://schemas.openxmlformats.org/drawingml/2006/main">
              <a:ext uri="{FF2B5EF4-FFF2-40B4-BE49-F238E27FC236}">
                <a16:creationId xmlns:a16="http://schemas.microsoft.com/office/drawing/2014/main" id="{2AA5815B-33B9-4258-85D7-1F104F773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4171" y="3964305"/>
            <a:ext cx="5972586" cy="3943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 i="0" u="none" cap="none">
                <a:solidFill>
                  <a:srgbClr val="7E8FA6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1599" name="Google Shape;1599;g3f520f3c22e_2_1464">
            <a:extLst xmlns:a="http://schemas.openxmlformats.org/drawingml/2006/main">
              <a:ext uri="{FF2B5EF4-FFF2-40B4-BE49-F238E27FC236}">
                <a16:creationId xmlns:a16="http://schemas.microsoft.com/office/drawing/2014/main" id="{36407AFF-1EF5-4523-B067-A5EBDC7F3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4171" y="4346448"/>
            <a:ext cx="5972586" cy="292608"/>
          </a:xfrm>
          <a:custGeom xmlns:a="http://schemas.openxmlformats.org/drawingml/2006/main">
            <a:rect l="l" t="t" r="r" b="b"/>
            <a:pathLst>
              <a:path w="11948160" h="585216">
                <a:moveTo>
                  <a:pt x="0" y="0"/>
                </a:moveTo>
                <a:lnTo>
                  <a:pt x="11948160" y="0"/>
                </a:lnTo>
                <a:lnTo>
                  <a:pt x="11948160" y="585216"/>
                </a:lnTo>
                <a:lnTo>
                  <a:pt x="0" y="585216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c403badefdb14f60">
              <a:alphaModFix amt="0"/>
            </a:blip>
            <a:stretch>
              <a:fillRect l="0" t="-347836" r="0" b="-347836"/>
            </a:stretch>
          </a:blipFill>
          <a:ln xmlns:a="http://schemas.openxmlformats.org/drawingml/2006/main">
            <a:noFill/>
          </a:ln>
        </p:spPr>
      </p:sp>
      <p:sp>
        <p:nvSpPr>
          <p:cNvPr id="1600" name="Google Shape;1600;g3f520f3c22e_2_1464">
            <a:extLst xmlns:a="http://schemas.openxmlformats.org/drawingml/2006/main">
              <a:ext uri="{FF2B5EF4-FFF2-40B4-BE49-F238E27FC236}">
                <a16:creationId xmlns:a16="http://schemas.microsoft.com/office/drawing/2014/main" id="{A6E2AA50-2705-4E4E-9C24-22C44A1DD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4171" y="4327398"/>
            <a:ext cx="5972586" cy="3116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1" u="none" cap="none">
                <a:solidFill>
                  <a:srgbClr val="7E8FA6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1601" name="Google Shape;1601;g3f520f3c22e_2_1464">
            <a:extLst xmlns:a="http://schemas.openxmlformats.org/drawingml/2006/main">
              <a:ext uri="{FF2B5EF4-FFF2-40B4-BE49-F238E27FC236}">
                <a16:creationId xmlns:a16="http://schemas.microsoft.com/office/drawing/2014/main" id="{EB6B2B55-9FAD-4770-AC93-0530CACA0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5852" y="1881295"/>
            <a:ext cx="4161193" cy="1260538"/>
          </a:xfrm>
          <a:custGeom xmlns:a="http://schemas.openxmlformats.org/drawingml/2006/main">
            <a:rect l="l" t="t" r="r" b="b"/>
            <a:pathLst>
              <a:path w="8324469" h="2521077">
                <a:moveTo>
                  <a:pt x="0" y="197739"/>
                </a:moveTo>
                <a:cubicBezTo>
                  <a:pt x="0" y="88519"/>
                  <a:pt x="88519" y="0"/>
                  <a:pt x="197739" y="0"/>
                </a:cubicBezTo>
                <a:lnTo>
                  <a:pt x="8126730" y="0"/>
                </a:lnTo>
                <a:cubicBezTo>
                  <a:pt x="8235950" y="0"/>
                  <a:pt x="8324469" y="88519"/>
                  <a:pt x="8324469" y="197739"/>
                </a:cubicBezTo>
                <a:lnTo>
                  <a:pt x="8324469" y="2323338"/>
                </a:lnTo>
                <a:cubicBezTo>
                  <a:pt x="8324469" y="2432558"/>
                  <a:pt x="8235950" y="2521077"/>
                  <a:pt x="8126730" y="2521077"/>
                </a:cubicBezTo>
                <a:lnTo>
                  <a:pt x="197739" y="2521077"/>
                </a:lnTo>
                <a:cubicBezTo>
                  <a:pt x="88519" y="2521077"/>
                  <a:pt x="0" y="2432558"/>
                  <a:pt x="0" y="2323338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5400" cmpd="sng">
            <a:solidFill>
              <a:srgbClr val="D3DEE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60950" tIns="60950" rIns="60950" bIns="6095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603" name="Google Shape;1603;g3f520f3c22e_2_1464">
            <a:extLst xmlns:a="http://schemas.openxmlformats.org/drawingml/2006/main">
              <a:ext uri="{FF2B5EF4-FFF2-40B4-BE49-F238E27FC236}">
                <a16:creationId xmlns:a16="http://schemas.microsoft.com/office/drawing/2014/main" id="{D8DF2CD7-6BAD-4879-B45B-655CEC5FA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679039" y="2036064"/>
            <a:ext cx="1950232" cy="975359"/>
          </a:xfrm>
          <a:custGeom xmlns:a="http://schemas.openxmlformats.org/drawingml/2006/main">
            <a:rect l="l" t="t" r="r" b="b"/>
            <a:pathLst>
              <a:path w="3901440" h="1950720">
                <a:moveTo>
                  <a:pt x="0" y="0"/>
                </a:moveTo>
                <a:lnTo>
                  <a:pt x="3901440" y="0"/>
                </a:lnTo>
                <a:lnTo>
                  <a:pt x="3901440" y="1950720"/>
                </a:lnTo>
                <a:lnTo>
                  <a:pt x="0" y="1950720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c403badefdb14f60">
              <a:alphaModFix amt="0"/>
            </a:blip>
            <a:stretch>
              <a:fillRect l="-14150" t="0" r="-14150" b="0"/>
            </a:stretch>
          </a:blipFill>
          <a:ln xmlns:a="http://schemas.openxmlformats.org/drawingml/2006/main">
            <a:noFill/>
          </a:ln>
        </p:spPr>
      </p:sp>
      <p:sp>
        <p:nvSpPr>
          <p:cNvPr id="1604" name="Google Shape;1604;g3f520f3c22e_2_1464">
            <a:extLst xmlns:a="http://schemas.openxmlformats.org/drawingml/2006/main">
              <a:ext uri="{FF2B5EF4-FFF2-40B4-BE49-F238E27FC236}">
                <a16:creationId xmlns:a16="http://schemas.microsoft.com/office/drawing/2014/main" id="{8071570B-A2F7-4B8F-BFE0-6CDA67CB1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679039" y="1974152"/>
            <a:ext cx="1950232" cy="10372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000" b="1" i="0" u="none" cap="none">
                <a:solidFill>
                  <a:srgbClr val="38BDF8"/>
                </a:solidFill>
                <a:latin typeface="Calibri"/>
                <a:ea typeface="Calibri"/>
                <a:cs typeface="Calibri"/>
              </a:rPr>
              <a:t>13</a:t>
            </a:r>
          </a:p>
        </p:txBody>
      </p:sp>
      <p:sp>
        <p:nvSpPr>
          <p:cNvPr id="1606" name="Google Shape;1606;g3f520f3c22e_2_1464">
            <a:extLst xmlns:a="http://schemas.openxmlformats.org/drawingml/2006/main">
              <a:ext uri="{FF2B5EF4-FFF2-40B4-BE49-F238E27FC236}">
                <a16:creationId xmlns:a16="http://schemas.microsoft.com/office/drawing/2014/main" id="{25A0F0C2-FD8E-4A06-AB58-86DC418E4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446436" y="2036064"/>
            <a:ext cx="1950232" cy="975359"/>
          </a:xfrm>
          <a:custGeom xmlns:a="http://schemas.openxmlformats.org/drawingml/2006/main">
            <a:rect l="l" t="t" r="r" b="b"/>
            <a:pathLst>
              <a:path w="3901440" h="1950720">
                <a:moveTo>
                  <a:pt x="0" y="0"/>
                </a:moveTo>
                <a:lnTo>
                  <a:pt x="3901440" y="0"/>
                </a:lnTo>
                <a:lnTo>
                  <a:pt x="3901440" y="1950720"/>
                </a:lnTo>
                <a:lnTo>
                  <a:pt x="0" y="1950720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c403badefdb14f60">
              <a:alphaModFix amt="0"/>
            </a:blip>
            <a:stretch>
              <a:fillRect l="-14150" t="0" r="-14150" b="0"/>
            </a:stretch>
          </a:blipFill>
          <a:ln xmlns:a="http://schemas.openxmlformats.org/drawingml/2006/main">
            <a:noFill/>
          </a:ln>
        </p:spPr>
      </p:sp>
      <p:sp>
        <p:nvSpPr>
          <p:cNvPr id="1607" name="Google Shape;1607;g3f520f3c22e_2_1464">
            <a:extLst xmlns:a="http://schemas.openxmlformats.org/drawingml/2006/main">
              <a:ext uri="{FF2B5EF4-FFF2-40B4-BE49-F238E27FC236}">
                <a16:creationId xmlns:a16="http://schemas.microsoft.com/office/drawing/2014/main" id="{3CEA808A-32FB-4BF3-BCBD-4EA896A55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446436" y="2012252"/>
            <a:ext cx="1950232" cy="999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cap="none">
                <a:solidFill>
                  <a:srgbClr val="7E8FA6"/>
                </a:solidFill>
                <a:latin typeface="Calibri"/>
                <a:ea typeface="Calibri"/>
                <a:cs typeface="Calibri"/>
              </a:rPr>
              <a:t>testes Python</a:t>
            </a: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cap="none">
                <a:solidFill>
                  <a:srgbClr val="7E8FA6"/>
                </a:solidFill>
                <a:latin typeface="Calibri"/>
                <a:ea typeface="Calibri"/>
                <a:cs typeface="Calibri"/>
              </a:rPr>
              <a:t>contrato + AWS</a:t>
            </a:r>
          </a:p>
        </p:txBody>
      </p:sp>
      <p:sp>
        <p:nvSpPr>
          <p:cNvPr id="1608" name="Google Shape;1608;g3f520f3c22e_2_1464">
            <a:extLst xmlns:a="http://schemas.openxmlformats.org/drawingml/2006/main">
              <a:ext uri="{FF2B5EF4-FFF2-40B4-BE49-F238E27FC236}">
                <a16:creationId xmlns:a16="http://schemas.microsoft.com/office/drawing/2014/main" id="{D72567BA-7A91-4063-9FE9-075D7CCF8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5852" y="3319951"/>
            <a:ext cx="4161193" cy="1260538"/>
          </a:xfrm>
          <a:custGeom xmlns:a="http://schemas.openxmlformats.org/drawingml/2006/main">
            <a:rect l="l" t="t" r="r" b="b"/>
            <a:pathLst>
              <a:path w="8324469" h="2521077">
                <a:moveTo>
                  <a:pt x="0" y="197739"/>
                </a:moveTo>
                <a:cubicBezTo>
                  <a:pt x="0" y="88519"/>
                  <a:pt x="88519" y="0"/>
                  <a:pt x="197739" y="0"/>
                </a:cubicBezTo>
                <a:lnTo>
                  <a:pt x="8126730" y="0"/>
                </a:lnTo>
                <a:cubicBezTo>
                  <a:pt x="8235950" y="0"/>
                  <a:pt x="8324469" y="88519"/>
                  <a:pt x="8324469" y="197739"/>
                </a:cubicBezTo>
                <a:lnTo>
                  <a:pt x="8324469" y="2323338"/>
                </a:lnTo>
                <a:cubicBezTo>
                  <a:pt x="8324469" y="2432558"/>
                  <a:pt x="8235950" y="2521077"/>
                  <a:pt x="8126730" y="2521077"/>
                </a:cubicBezTo>
                <a:lnTo>
                  <a:pt x="197739" y="2521077"/>
                </a:lnTo>
                <a:cubicBezTo>
                  <a:pt x="88519" y="2521077"/>
                  <a:pt x="0" y="2432558"/>
                  <a:pt x="0" y="2323338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5400" cmpd="sng">
            <a:solidFill>
              <a:srgbClr val="D3DEE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60950" tIns="60950" rIns="60950" bIns="6095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610" name="Google Shape;1610;g3f520f3c22e_2_1464">
            <a:extLst xmlns:a="http://schemas.openxmlformats.org/drawingml/2006/main">
              <a:ext uri="{FF2B5EF4-FFF2-40B4-BE49-F238E27FC236}">
                <a16:creationId xmlns:a16="http://schemas.microsoft.com/office/drawing/2014/main" id="{80BFE35E-192B-4954-B351-695484428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679039" y="3474719"/>
            <a:ext cx="1950232" cy="975359"/>
          </a:xfrm>
          <a:custGeom xmlns:a="http://schemas.openxmlformats.org/drawingml/2006/main">
            <a:rect l="l" t="t" r="r" b="b"/>
            <a:pathLst>
              <a:path w="3901440" h="1950720">
                <a:moveTo>
                  <a:pt x="0" y="0"/>
                </a:moveTo>
                <a:lnTo>
                  <a:pt x="3901440" y="0"/>
                </a:lnTo>
                <a:lnTo>
                  <a:pt x="3901440" y="1950720"/>
                </a:lnTo>
                <a:lnTo>
                  <a:pt x="0" y="1950720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c403badefdb14f60">
              <a:alphaModFix amt="0"/>
            </a:blip>
            <a:stretch>
              <a:fillRect l="-14150" t="0" r="-14150" b="0"/>
            </a:stretch>
          </a:blipFill>
          <a:ln xmlns:a="http://schemas.openxmlformats.org/drawingml/2006/main">
            <a:noFill/>
          </a:ln>
        </p:spPr>
      </p:sp>
      <p:sp>
        <p:nvSpPr>
          <p:cNvPr id="1611" name="Google Shape;1611;g3f520f3c22e_2_1464">
            <a:extLst xmlns:a="http://schemas.openxmlformats.org/drawingml/2006/main">
              <a:ext uri="{FF2B5EF4-FFF2-40B4-BE49-F238E27FC236}">
                <a16:creationId xmlns:a16="http://schemas.microsoft.com/office/drawing/2014/main" id="{C162C4F5-211B-4524-866A-0FDC8C6A1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679039" y="3412807"/>
            <a:ext cx="1950232" cy="10372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000" b="1" i="0" u="none" cap="none">
                <a:solidFill>
                  <a:srgbClr val="38BDF8"/>
                </a:solidFill>
                <a:latin typeface="Calibri"/>
                <a:ea typeface="Calibri"/>
                <a:cs typeface="Calibri"/>
              </a:rPr>
              <a:t>9</a:t>
            </a:r>
          </a:p>
        </p:txBody>
      </p:sp>
      <p:sp>
        <p:nvSpPr>
          <p:cNvPr id="1613" name="Google Shape;1613;g3f520f3c22e_2_1464">
            <a:extLst xmlns:a="http://schemas.openxmlformats.org/drawingml/2006/main">
              <a:ext uri="{FF2B5EF4-FFF2-40B4-BE49-F238E27FC236}">
                <a16:creationId xmlns:a16="http://schemas.microsoft.com/office/drawing/2014/main" id="{7B1BFAC7-84FD-444E-97C1-C77FF36BF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446436" y="3474719"/>
            <a:ext cx="1950232" cy="975359"/>
          </a:xfrm>
          <a:custGeom xmlns:a="http://schemas.openxmlformats.org/drawingml/2006/main">
            <a:rect l="l" t="t" r="r" b="b"/>
            <a:pathLst>
              <a:path w="3901440" h="1950720">
                <a:moveTo>
                  <a:pt x="0" y="0"/>
                </a:moveTo>
                <a:lnTo>
                  <a:pt x="3901440" y="0"/>
                </a:lnTo>
                <a:lnTo>
                  <a:pt x="3901440" y="1950720"/>
                </a:lnTo>
                <a:lnTo>
                  <a:pt x="0" y="1950720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c403badefdb14f60">
              <a:alphaModFix amt="0"/>
            </a:blip>
            <a:stretch>
              <a:fillRect l="-14150" t="0" r="-14150" b="0"/>
            </a:stretch>
          </a:blipFill>
          <a:ln xmlns:a="http://schemas.openxmlformats.org/drawingml/2006/main">
            <a:noFill/>
          </a:ln>
        </p:spPr>
      </p:sp>
      <p:sp>
        <p:nvSpPr>
          <p:cNvPr id="1614" name="Google Shape;1614;g3f520f3c22e_2_1464">
            <a:extLst xmlns:a="http://schemas.openxmlformats.org/drawingml/2006/main">
              <a:ext uri="{FF2B5EF4-FFF2-40B4-BE49-F238E27FC236}">
                <a16:creationId xmlns:a16="http://schemas.microsoft.com/office/drawing/2014/main" id="{24EFE45F-011C-4DB2-A296-25867BFDA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446436" y="3450907"/>
            <a:ext cx="1950232" cy="999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cap="none">
                <a:solidFill>
                  <a:srgbClr val="7E8FA6"/>
                </a:solidFill>
                <a:latin typeface="Calibri"/>
                <a:ea typeface="Calibri"/>
                <a:cs typeface="Calibri"/>
              </a:rPr>
              <a:t>testes Node</a:t>
            </a: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cap="none">
                <a:solidFill>
                  <a:srgbClr val="7E8FA6"/>
                </a:solidFill>
                <a:latin typeface="Calibri"/>
                <a:ea typeface="Calibri"/>
                <a:cs typeface="Calibri"/>
              </a:rPr>
              <a:t>API + PWA</a:t>
            </a:r>
          </a:p>
        </p:txBody>
      </p:sp>
      <p:sp>
        <p:nvSpPr>
          <p:cNvPr id="1615" name="Google Shape;1615;g3f520f3c22e_2_1464">
            <a:extLst xmlns:a="http://schemas.openxmlformats.org/drawingml/2006/main">
              <a:ext uri="{FF2B5EF4-FFF2-40B4-BE49-F238E27FC236}">
                <a16:creationId xmlns:a16="http://schemas.microsoft.com/office/drawing/2014/main" id="{99027753-4D01-4B53-803F-6BAEA96D0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5852" y="4758607"/>
            <a:ext cx="4161193" cy="1260538"/>
          </a:xfrm>
          <a:custGeom xmlns:a="http://schemas.openxmlformats.org/drawingml/2006/main">
            <a:rect l="l" t="t" r="r" b="b"/>
            <a:pathLst>
              <a:path w="8324469" h="2521077">
                <a:moveTo>
                  <a:pt x="0" y="197739"/>
                </a:moveTo>
                <a:cubicBezTo>
                  <a:pt x="0" y="88519"/>
                  <a:pt x="88519" y="0"/>
                  <a:pt x="197739" y="0"/>
                </a:cubicBezTo>
                <a:lnTo>
                  <a:pt x="8126730" y="0"/>
                </a:lnTo>
                <a:cubicBezTo>
                  <a:pt x="8235950" y="0"/>
                  <a:pt x="8324469" y="88519"/>
                  <a:pt x="8324469" y="197739"/>
                </a:cubicBezTo>
                <a:lnTo>
                  <a:pt x="8324469" y="2323338"/>
                </a:lnTo>
                <a:cubicBezTo>
                  <a:pt x="8324469" y="2432558"/>
                  <a:pt x="8235950" y="2521077"/>
                  <a:pt x="8126730" y="2521077"/>
                </a:cubicBezTo>
                <a:lnTo>
                  <a:pt x="197739" y="2521077"/>
                </a:lnTo>
                <a:cubicBezTo>
                  <a:pt x="88519" y="2521077"/>
                  <a:pt x="0" y="2432558"/>
                  <a:pt x="0" y="2323338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5400" cmpd="sng">
            <a:solidFill>
              <a:srgbClr val="D3DEE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60950" tIns="60950" rIns="60950" bIns="6095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617" name="Google Shape;1617;g3f520f3c22e_2_1464">
            <a:extLst xmlns:a="http://schemas.openxmlformats.org/drawingml/2006/main">
              <a:ext uri="{FF2B5EF4-FFF2-40B4-BE49-F238E27FC236}">
                <a16:creationId xmlns:a16="http://schemas.microsoft.com/office/drawing/2014/main" id="{D2EE8D6C-92A5-4781-9D79-54787CC7F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679039" y="4913375"/>
            <a:ext cx="1950232" cy="975359"/>
          </a:xfrm>
          <a:custGeom xmlns:a="http://schemas.openxmlformats.org/drawingml/2006/main">
            <a:rect l="l" t="t" r="r" b="b"/>
            <a:pathLst>
              <a:path w="3901440" h="1950720">
                <a:moveTo>
                  <a:pt x="0" y="0"/>
                </a:moveTo>
                <a:lnTo>
                  <a:pt x="3901440" y="0"/>
                </a:lnTo>
                <a:lnTo>
                  <a:pt x="3901440" y="1950720"/>
                </a:lnTo>
                <a:lnTo>
                  <a:pt x="0" y="1950720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c403badefdb14f60">
              <a:alphaModFix amt="0"/>
            </a:blip>
            <a:stretch>
              <a:fillRect l="-14150" t="0" r="-14150" b="0"/>
            </a:stretch>
          </a:blipFill>
          <a:ln xmlns:a="http://schemas.openxmlformats.org/drawingml/2006/main">
            <a:noFill/>
          </a:ln>
        </p:spPr>
      </p:sp>
      <p:sp>
        <p:nvSpPr>
          <p:cNvPr id="1618" name="Google Shape;1618;g3f520f3c22e_2_1464">
            <a:extLst xmlns:a="http://schemas.openxmlformats.org/drawingml/2006/main">
              <a:ext uri="{FF2B5EF4-FFF2-40B4-BE49-F238E27FC236}">
                <a16:creationId xmlns:a16="http://schemas.microsoft.com/office/drawing/2014/main" id="{972F90F0-D431-477D-8986-2B5195CB0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679039" y="4851463"/>
            <a:ext cx="1950232" cy="10372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000" b="1" i="0" u="none" cap="none">
                <a:solidFill>
                  <a:srgbClr val="38BDF8"/>
                </a:solidFill>
                <a:latin typeface="Calibri"/>
                <a:ea typeface="Calibri"/>
                <a:cs typeface="Calibri"/>
              </a:rPr>
              <a:t>10</a:t>
            </a:r>
          </a:p>
        </p:txBody>
      </p:sp>
      <p:sp>
        <p:nvSpPr>
          <p:cNvPr id="1620" name="Google Shape;1620;g3f520f3c22e_2_1464">
            <a:extLst xmlns:a="http://schemas.openxmlformats.org/drawingml/2006/main">
              <a:ext uri="{FF2B5EF4-FFF2-40B4-BE49-F238E27FC236}">
                <a16:creationId xmlns:a16="http://schemas.microsoft.com/office/drawing/2014/main" id="{0BCB5574-91A7-4B4F-A8E0-F8C13D162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446436" y="4913375"/>
            <a:ext cx="1950232" cy="975359"/>
          </a:xfrm>
          <a:custGeom xmlns:a="http://schemas.openxmlformats.org/drawingml/2006/main">
            <a:rect l="l" t="t" r="r" b="b"/>
            <a:pathLst>
              <a:path w="3901440" h="1950720">
                <a:moveTo>
                  <a:pt x="0" y="0"/>
                </a:moveTo>
                <a:lnTo>
                  <a:pt x="3901440" y="0"/>
                </a:lnTo>
                <a:lnTo>
                  <a:pt x="3901440" y="1950720"/>
                </a:lnTo>
                <a:lnTo>
                  <a:pt x="0" y="1950720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c403badefdb14f60">
              <a:alphaModFix amt="0"/>
            </a:blip>
            <a:stretch>
              <a:fillRect l="-14150" t="0" r="-14150" b="0"/>
            </a:stretch>
          </a:blipFill>
          <a:ln xmlns:a="http://schemas.openxmlformats.org/drawingml/2006/main">
            <a:noFill/>
          </a:ln>
        </p:spPr>
      </p:sp>
      <p:sp>
        <p:nvSpPr>
          <p:cNvPr id="1621" name="Google Shape;1621;g3f520f3c22e_2_1464">
            <a:extLst xmlns:a="http://schemas.openxmlformats.org/drawingml/2006/main">
              <a:ext uri="{FF2B5EF4-FFF2-40B4-BE49-F238E27FC236}">
                <a16:creationId xmlns:a16="http://schemas.microsoft.com/office/drawing/2014/main" id="{5349A7A2-244B-46BE-8117-C634A23CD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446436" y="4889563"/>
            <a:ext cx="1950232" cy="999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cap="none">
                <a:solidFill>
                  <a:srgbClr val="7E8FA6"/>
                </a:solidFill>
                <a:latin typeface="Calibri"/>
                <a:ea typeface="Calibri"/>
                <a:cs typeface="Calibri"/>
              </a:rPr>
              <a:t>testes Flutter</a:t>
            </a: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cap="none">
                <a:solidFill>
                  <a:srgbClr val="7E8FA6"/>
                </a:solidFill>
                <a:latin typeface="Calibri"/>
                <a:ea typeface="Calibri"/>
                <a:cs typeface="Calibri"/>
              </a:rPr>
              <a:t>analyze limpo</a:t>
            </a:r>
          </a:p>
        </p:txBody>
      </p:sp>
      <p:sp>
        <p:nvSpPr>
          <p:cNvPr id="1623" name="Google Shape;1623;g3f520f3c22e_2_1464">
            <a:extLst xmlns:a="http://schemas.openxmlformats.org/drawingml/2006/main">
              <a:ext uri="{FF2B5EF4-FFF2-40B4-BE49-F238E27FC236}">
                <a16:creationId xmlns:a16="http://schemas.microsoft.com/office/drawing/2014/main" id="{559F2A92-26DD-4DBA-8B38-DBF7B0617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0392" y="6461760"/>
            <a:ext cx="6703923" cy="304800"/>
          </a:xfrm>
          <a:custGeom xmlns:a="http://schemas.openxmlformats.org/drawingml/2006/main">
            <a:rect l="l" t="t" r="r" b="b"/>
            <a:pathLst>
              <a:path w="13411200" h="609600">
                <a:moveTo>
                  <a:pt x="0" y="0"/>
                </a:moveTo>
                <a:lnTo>
                  <a:pt x="13411200" y="0"/>
                </a:lnTo>
                <a:lnTo>
                  <a:pt x="13411200" y="609600"/>
                </a:lnTo>
                <a:lnTo>
                  <a:pt x="0" y="609600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c403badefdb14f60">
              <a:alphaModFix amt="0"/>
            </a:blip>
            <a:stretch>
              <a:fillRect l="0" t="-378669" r="0" b="-378669"/>
            </a:stretch>
          </a:blipFill>
          <a:ln xmlns:a="http://schemas.openxmlformats.org/drawingml/2006/main">
            <a:noFill/>
          </a:ln>
        </p:spPr>
      </p:sp>
      <p:sp>
        <p:nvSpPr>
          <p:cNvPr id="1624" name="Google Shape;1624;g3f520f3c22e_2_1464">
            <a:extLst xmlns:a="http://schemas.openxmlformats.org/drawingml/2006/main">
              <a:ext uri="{FF2B5EF4-FFF2-40B4-BE49-F238E27FC236}">
                <a16:creationId xmlns:a16="http://schemas.microsoft.com/office/drawing/2014/main" id="{974AC3BF-A5CD-45D1-B0B0-E33914930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0392" y="6442710"/>
            <a:ext cx="6703923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cap="none">
                <a:solidFill>
                  <a:srgbClr val="7E8FA6"/>
                </a:solidFill>
                <a:latin typeface="Calibri"/>
                <a:ea typeface="Calibri"/>
                <a:cs typeface="Calibri"/>
              </a:rPr>
              <a:t>Air Sense · ESP-WROOM-32 · qualidade do ar · protótipo acadêmico</a:t>
            </a:r>
          </a:p>
        </p:txBody>
      </p:sp>
      <p:sp>
        <p:nvSpPr>
          <p:cNvPr id="1626" name="Google Shape;1626;g3f520f3c22e_2_1464">
            <a:extLst xmlns:a="http://schemas.openxmlformats.org/drawingml/2006/main">
              <a:ext uri="{FF2B5EF4-FFF2-40B4-BE49-F238E27FC236}">
                <a16:creationId xmlns:a16="http://schemas.microsoft.com/office/drawing/2014/main" id="{80E331B0-7A1A-4D60-A8F6-FD1B99C1A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09110" y="6461760"/>
            <a:ext cx="609448" cy="304800"/>
          </a:xfrm>
          <a:custGeom xmlns:a="http://schemas.openxmlformats.org/drawingml/2006/main">
            <a:rect l="l" t="t" r="r" b="b"/>
            <a:pathLst>
              <a:path w="1219200" h="609600">
                <a:moveTo>
                  <a:pt x="0" y="0"/>
                </a:moveTo>
                <a:lnTo>
                  <a:pt x="1219200" y="0"/>
                </a:lnTo>
                <a:lnTo>
                  <a:pt x="1219200" y="609600"/>
                </a:lnTo>
                <a:lnTo>
                  <a:pt x="0" y="609600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c403badefdb14f60">
              <a:alphaModFix amt="0"/>
            </a:blip>
            <a:stretch>
              <a:fillRect l="-14150" t="0" r="-14150" b="0"/>
            </a:stretch>
          </a:blipFill>
          <a:ln xmlns:a="http://schemas.openxmlformats.org/drawingml/2006/main">
            <a:noFill/>
          </a:ln>
        </p:spPr>
      </p:sp>
      <p:sp>
        <p:nvSpPr>
          <p:cNvPr id="1627" name="Google Shape;1627;g3f520f3c22e_2_1464">
            <a:extLst xmlns:a="http://schemas.openxmlformats.org/drawingml/2006/main">
              <a:ext uri="{FF2B5EF4-FFF2-40B4-BE49-F238E27FC236}">
                <a16:creationId xmlns:a16="http://schemas.microsoft.com/office/drawing/2014/main" id="{7B8A5236-A41C-4532-B406-8C8982B26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09110" y="6442710"/>
            <a:ext cx="609448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cap="none">
                <a:solidFill>
                  <a:srgbClr val="7E8FA6"/>
                </a:solidFill>
                <a:latin typeface="Calibri"/>
                <a:ea typeface="Calibri"/>
                <a:cs typeface="Calibri"/>
              </a:rPr>
              <a:t>13</a:t>
            </a:r>
          </a:p>
        </p:txBody>
      </p:sp>
      <p:sp>
        <p:nvSpPr>
          <p:cNvPr id="1628" name="">
            <a:extLst xmlns:a="http://schemas.openxmlformats.org/drawingml/2006/main">
              <a:ext uri="{FF2B5EF4-FFF2-40B4-BE49-F238E27FC236}">
                <a16:creationId xmlns:a16="http://schemas.microsoft.com/office/drawing/2014/main" id="{2C035C52-779C-4FCB-99A1-BA513792C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524125"/>
            <a:ext cx="1000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F2C4C"/>
                </a:solidFill>
              </a:defRPr>
            </a:pPr>
            <a:r>
              <a:rPr sz="1200" b="1">
                <a:solidFill>
                  <a:srgbClr val="0F2C4C"/>
                </a:solidFill>
              </a:rPr>
              <a:t>HIL</a:t>
            </a:r>
          </a:p>
        </p:txBody>
      </p:sp>
      <p:sp>
        <p:nvSpPr>
          <p:cNvPr id="1629" name="">
            <a:extLst xmlns:a="http://schemas.openxmlformats.org/drawingml/2006/main">
              <a:ext uri="{FF2B5EF4-FFF2-40B4-BE49-F238E27FC236}">
                <a16:creationId xmlns:a16="http://schemas.microsoft.com/office/drawing/2014/main" id="{7CBEBF95-56A5-4368-9DAC-B969D6209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543175"/>
            <a:ext cx="37147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DCE8F7"/>
          </a:solidFill>
          <a:ln xmlns:a="http://schemas.openxmlformats.org/drawingml/2006/main" w="0"/>
        </p:spPr>
      </p:sp>
      <p:sp>
        <p:nvSpPr>
          <p:cNvPr id="1630" name="">
            <a:extLst xmlns:a="http://schemas.openxmlformats.org/drawingml/2006/main">
              <a:ext uri="{FF2B5EF4-FFF2-40B4-BE49-F238E27FC236}">
                <a16:creationId xmlns:a16="http://schemas.microsoft.com/office/drawing/2014/main" id="{8EBCBC22-C5CF-440A-BA69-D8D59FA8B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543175"/>
            <a:ext cx="186109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38BDF8"/>
          </a:solidFill>
          <a:ln xmlns:a="http://schemas.openxmlformats.org/drawingml/2006/main" w="0"/>
        </p:spPr>
      </p:sp>
      <p:sp>
        <p:nvSpPr>
          <p:cNvPr id="1631" name="">
            <a:extLst xmlns:a="http://schemas.openxmlformats.org/drawingml/2006/main">
              <a:ext uri="{FF2B5EF4-FFF2-40B4-BE49-F238E27FC236}">
                <a16:creationId xmlns:a16="http://schemas.microsoft.com/office/drawing/2014/main" id="{90C51825-0666-440C-B720-915425B4A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847975"/>
            <a:ext cx="371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26981"/>
                </a:solidFill>
              </a:defRPr>
            </a:pPr>
            <a:r>
              <a:rPr sz="975">
                <a:solidFill>
                  <a:srgbClr val="526981"/>
                </a:solidFill>
              </a:rPr>
              <a:t>788.553 B · 50,1% do slot OTA</a:t>
            </a:r>
          </a:p>
        </p:txBody>
      </p:sp>
      <p:sp>
        <p:nvSpPr>
          <p:cNvPr id="1632" name="">
            <a:extLst xmlns:a="http://schemas.openxmlformats.org/drawingml/2006/main">
              <a:ext uri="{FF2B5EF4-FFF2-40B4-BE49-F238E27FC236}">
                <a16:creationId xmlns:a16="http://schemas.microsoft.com/office/drawing/2014/main" id="{C8ADE9C6-74EC-4BF8-A257-75E40E112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400425"/>
            <a:ext cx="1000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F2C4C"/>
                </a:solidFill>
              </a:defRPr>
            </a:pPr>
            <a:r>
              <a:rPr sz="1200" b="1">
                <a:solidFill>
                  <a:srgbClr val="0F2C4C"/>
                </a:solidFill>
              </a:rPr>
              <a:t>FÍSICO</a:t>
            </a:r>
          </a:p>
        </p:txBody>
      </p:sp>
      <p:sp>
        <p:nvSpPr>
          <p:cNvPr id="1633" name="">
            <a:extLst xmlns:a="http://schemas.openxmlformats.org/drawingml/2006/main">
              <a:ext uri="{FF2B5EF4-FFF2-40B4-BE49-F238E27FC236}">
                <a16:creationId xmlns:a16="http://schemas.microsoft.com/office/drawing/2014/main" id="{2045F56B-7F5D-47A7-87B1-26B86FDAC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419475"/>
            <a:ext cx="37147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DCE8F7"/>
          </a:solidFill>
          <a:ln xmlns:a="http://schemas.openxmlformats.org/drawingml/2006/main" w="0"/>
        </p:spPr>
      </p:sp>
      <p:sp>
        <p:nvSpPr>
          <p:cNvPr id="1634" name="">
            <a:extLst xmlns:a="http://schemas.openxmlformats.org/drawingml/2006/main">
              <a:ext uri="{FF2B5EF4-FFF2-40B4-BE49-F238E27FC236}">
                <a16:creationId xmlns:a16="http://schemas.microsoft.com/office/drawing/2014/main" id="{A7535464-995C-4C67-9F77-ACBCB2B1F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419475"/>
            <a:ext cx="1935385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38BDF8"/>
          </a:solidFill>
          <a:ln xmlns:a="http://schemas.openxmlformats.org/drawingml/2006/main" w="0"/>
        </p:spPr>
      </p:sp>
      <p:sp>
        <p:nvSpPr>
          <p:cNvPr id="1635" name="">
            <a:extLst xmlns:a="http://schemas.openxmlformats.org/drawingml/2006/main">
              <a:ext uri="{FF2B5EF4-FFF2-40B4-BE49-F238E27FC236}">
                <a16:creationId xmlns:a16="http://schemas.microsoft.com/office/drawing/2014/main" id="{D6081236-DE08-4B43-8A76-A67E776DC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724275"/>
            <a:ext cx="371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26981"/>
                </a:solidFill>
              </a:defRPr>
            </a:pPr>
            <a:r>
              <a:rPr sz="975">
                <a:solidFill>
                  <a:srgbClr val="526981"/>
                </a:solidFill>
              </a:rPr>
              <a:t>819.233 B · 52,1% do slot OTA</a:t>
            </a:r>
          </a:p>
        </p:txBody>
      </p:sp>
      <p:sp>
        <p:nvSpPr>
          <p:cNvPr id="1636" name="">
            <a:extLst xmlns:a="http://schemas.openxmlformats.org/drawingml/2006/main">
              <a:ext uri="{FF2B5EF4-FFF2-40B4-BE49-F238E27FC236}">
                <a16:creationId xmlns:a16="http://schemas.microsoft.com/office/drawing/2014/main" id="{0440AE19-6140-437E-90A5-D873F6109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276725"/>
            <a:ext cx="1000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F2C4C"/>
                </a:solidFill>
              </a:defRPr>
            </a:pPr>
            <a:r>
              <a:rPr sz="1200" b="1">
                <a:solidFill>
                  <a:srgbClr val="0F2C4C"/>
                </a:solidFill>
              </a:rPr>
              <a:t>AWS</a:t>
            </a:r>
          </a:p>
        </p:txBody>
      </p:sp>
      <p:sp>
        <p:nvSpPr>
          <p:cNvPr id="1637" name="">
            <a:extLst xmlns:a="http://schemas.openxmlformats.org/drawingml/2006/main">
              <a:ext uri="{FF2B5EF4-FFF2-40B4-BE49-F238E27FC236}">
                <a16:creationId xmlns:a16="http://schemas.microsoft.com/office/drawing/2014/main" id="{FBD0C323-4EEF-4684-AE04-DF2834981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295775"/>
            <a:ext cx="37147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DCE8F7"/>
          </a:solidFill>
          <a:ln xmlns:a="http://schemas.openxmlformats.org/drawingml/2006/main" w="0"/>
        </p:spPr>
      </p:sp>
      <p:sp>
        <p:nvSpPr>
          <p:cNvPr id="1638" name="">
            <a:extLst xmlns:a="http://schemas.openxmlformats.org/drawingml/2006/main">
              <a:ext uri="{FF2B5EF4-FFF2-40B4-BE49-F238E27FC236}">
                <a16:creationId xmlns:a16="http://schemas.microsoft.com/office/drawing/2014/main" id="{BB9A5B22-BF9C-4A4E-BA46-B1322D563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295775"/>
            <a:ext cx="2254853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1B4470"/>
          </a:solidFill>
          <a:ln xmlns:a="http://schemas.openxmlformats.org/drawingml/2006/main" w="0"/>
        </p:spPr>
      </p:sp>
      <p:sp>
        <p:nvSpPr>
          <p:cNvPr id="1639" name="">
            <a:extLst xmlns:a="http://schemas.openxmlformats.org/drawingml/2006/main">
              <a:ext uri="{FF2B5EF4-FFF2-40B4-BE49-F238E27FC236}">
                <a16:creationId xmlns:a16="http://schemas.microsoft.com/office/drawing/2014/main" id="{4FC81BA9-E553-4560-836E-0A8B9EDBE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600575"/>
            <a:ext cx="371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26981"/>
                </a:solidFill>
              </a:defRPr>
            </a:pPr>
            <a:r>
              <a:rPr sz="975">
                <a:solidFill>
                  <a:srgbClr val="526981"/>
                </a:solidFill>
              </a:rPr>
              <a:t>954.301 B · 60,7% do slot OTA</a:t>
            </a:r>
          </a:p>
        </p:txBody>
      </p:sp>
    </p:spTree>
    <p:extLst>
      <p:ext uri="{BB962C8B-B14F-4D97-AF65-F5344CB8AC3E}">
        <p14:creationId xmlns:p14="http://schemas.microsoft.com/office/powerpoint/2010/main" val="69351850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EEF3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34" name="Google Shape;1734;g3f520f3c22e_2_1609">
            <a:extLst xmlns:a="http://schemas.openxmlformats.org/drawingml/2006/main">
              <a:ext uri="{FF2B5EF4-FFF2-40B4-BE49-F238E27FC236}">
                <a16:creationId xmlns:a16="http://schemas.microsoft.com/office/drawing/2014/main" id="{8D5FA6FC-E915-4225-928E-928CE13F2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392" y="609600"/>
            <a:ext cx="414424" cy="373063"/>
          </a:xfrm>
          <a:custGeom xmlns:a="http://schemas.openxmlformats.org/drawingml/2006/main">
            <a:rect l="l" t="t" r="r" b="b"/>
            <a:pathLst>
              <a:path w="829056" h="746125">
                <a:moveTo>
                  <a:pt x="0" y="373126"/>
                </a:moveTo>
                <a:lnTo>
                  <a:pt x="186563" y="0"/>
                </a:lnTo>
                <a:lnTo>
                  <a:pt x="642493" y="0"/>
                </a:lnTo>
                <a:lnTo>
                  <a:pt x="829056" y="373126"/>
                </a:lnTo>
                <a:lnTo>
                  <a:pt x="642493" y="746125"/>
                </a:lnTo>
                <a:lnTo>
                  <a:pt x="186563" y="746125"/>
                </a:lnTo>
                <a:close/>
              </a:path>
            </a:pathLst>
          </a:custGeom>
          <a:solidFill xmlns:a="http://schemas.openxmlformats.org/drawingml/2006/main">
            <a:srgbClr val="38BDF8"/>
          </a:solidFill>
          <a:ln xmlns:a="http://schemas.openxmlformats.org/drawingml/2006/main">
            <a:noFill/>
          </a:ln>
        </p:spPr>
      </p:sp>
      <p:sp>
        <p:nvSpPr>
          <p:cNvPr id="1736" name="Google Shape;1736;g3f520f3c22e_2_1609">
            <a:extLst xmlns:a="http://schemas.openxmlformats.org/drawingml/2006/main">
              <a:ext uri="{FF2B5EF4-FFF2-40B4-BE49-F238E27FC236}">
                <a16:creationId xmlns:a16="http://schemas.microsoft.com/office/drawing/2014/main" id="{3FD377B7-62CB-47FF-A928-0323DC5C6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43273" y="573024"/>
            <a:ext cx="9263601" cy="316992"/>
          </a:xfrm>
          <a:custGeom xmlns:a="http://schemas.openxmlformats.org/drawingml/2006/main">
            <a:rect l="l" t="t" r="r" b="b"/>
            <a:pathLst>
              <a:path w="18531839" h="633984">
                <a:moveTo>
                  <a:pt x="0" y="0"/>
                </a:moveTo>
                <a:lnTo>
                  <a:pt x="18531839" y="0"/>
                </a:lnTo>
                <a:lnTo>
                  <a:pt x="18531839" y="633984"/>
                </a:lnTo>
                <a:lnTo>
                  <a:pt x="0" y="633984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1acf3e8d48af4074">
              <a:alphaModFix amt="0"/>
            </a:blip>
            <a:stretch>
              <a:fillRect l="0" t="-519606" r="0" b="-519606"/>
            </a:stretch>
          </a:blipFill>
          <a:ln xmlns:a="http://schemas.openxmlformats.org/drawingml/2006/main">
            <a:noFill/>
          </a:ln>
        </p:spPr>
      </p:sp>
      <p:sp>
        <p:nvSpPr>
          <p:cNvPr id="1737" name="Google Shape;1737;g3f520f3c22e_2_1609">
            <a:extLst xmlns:a="http://schemas.openxmlformats.org/drawingml/2006/main">
              <a:ext uri="{FF2B5EF4-FFF2-40B4-BE49-F238E27FC236}">
                <a16:creationId xmlns:a16="http://schemas.microsoft.com/office/drawing/2014/main" id="{F0843546-B555-4A93-B4E8-936D0DB25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43273" y="549212"/>
            <a:ext cx="9263602" cy="3408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 u="none" cap="none">
                <a:solidFill>
                  <a:srgbClr val="4A6FA5"/>
                </a:solidFill>
                <a:latin typeface="Calibri"/>
                <a:ea typeface="Calibri"/>
                <a:cs typeface="Calibri"/>
              </a:rPr>
              <a:t>PRÓXIMOS GATES</a:t>
            </a:r>
          </a:p>
        </p:txBody>
      </p:sp>
      <p:sp>
        <p:nvSpPr>
          <p:cNvPr id="1739" name="Google Shape;1739;g3f520f3c22e_2_1609">
            <a:extLst xmlns:a="http://schemas.openxmlformats.org/drawingml/2006/main">
              <a:ext uri="{FF2B5EF4-FFF2-40B4-BE49-F238E27FC236}">
                <a16:creationId xmlns:a16="http://schemas.microsoft.com/office/drawing/2014/main" id="{0D6CD107-2FD5-4B1A-88A5-659F3FF5E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0392" y="950975"/>
            <a:ext cx="10482496" cy="731520"/>
          </a:xfrm>
          <a:custGeom xmlns:a="http://schemas.openxmlformats.org/drawingml/2006/main">
            <a:rect l="l" t="t" r="r" b="b"/>
            <a:pathLst>
              <a:path w="20970239" h="1463040">
                <a:moveTo>
                  <a:pt x="0" y="0"/>
                </a:moveTo>
                <a:lnTo>
                  <a:pt x="20970239" y="0"/>
                </a:lnTo>
                <a:lnTo>
                  <a:pt x="20970239" y="1463040"/>
                </a:lnTo>
                <a:lnTo>
                  <a:pt x="0" y="1463040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1acf3e8d48af4074">
              <a:alphaModFix amt="0"/>
            </a:blip>
            <a:stretch>
              <a:fillRect l="0" t="-229298" r="0" b="-229298"/>
            </a:stretch>
          </a:blipFill>
          <a:ln xmlns:a="http://schemas.openxmlformats.org/drawingml/2006/main">
            <a:noFill/>
          </a:ln>
        </p:spPr>
      </p:sp>
      <p:sp>
        <p:nvSpPr>
          <p:cNvPr id="1740" name="Google Shape;1740;g3f520f3c22e_2_1609">
            <a:extLst xmlns:a="http://schemas.openxmlformats.org/drawingml/2006/main">
              <a:ext uri="{FF2B5EF4-FFF2-40B4-BE49-F238E27FC236}">
                <a16:creationId xmlns:a16="http://schemas.microsoft.com/office/drawing/2014/main" id="{D4E30A85-C6B5-4E40-9480-C2659960F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0392" y="879538"/>
            <a:ext cx="10482497" cy="8029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400" b="1" i="0" u="none" cap="none">
                <a:solidFill>
                  <a:srgbClr val="0F2C4C"/>
                </a:solidFill>
                <a:latin typeface="Calibri"/>
                <a:ea typeface="Calibri"/>
                <a:cs typeface="Calibri"/>
              </a:rPr>
              <a:t>Do software ao produto físico</a:t>
            </a:r>
          </a:p>
        </p:txBody>
      </p:sp>
      <p:sp>
        <p:nvSpPr>
          <p:cNvPr id="1741" name="Google Shape;1741;g3f520f3c22e_2_1609">
            <a:extLst xmlns:a="http://schemas.openxmlformats.org/drawingml/2006/main">
              <a:ext uri="{FF2B5EF4-FFF2-40B4-BE49-F238E27FC236}">
                <a16:creationId xmlns:a16="http://schemas.microsoft.com/office/drawing/2014/main" id="{5A584D49-CE31-4313-9A0D-319934D41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30" y="1881295"/>
            <a:ext cx="3551809" cy="4101338"/>
          </a:xfrm>
          <a:custGeom xmlns:a="http://schemas.openxmlformats.org/drawingml/2006/main">
            <a:rect l="l" t="t" r="r" b="b"/>
            <a:pathLst>
              <a:path w="7105396" h="8202676">
                <a:moveTo>
                  <a:pt x="0" y="196088"/>
                </a:moveTo>
                <a:cubicBezTo>
                  <a:pt x="0" y="87757"/>
                  <a:pt x="87757" y="0"/>
                  <a:pt x="196088" y="0"/>
                </a:cubicBezTo>
                <a:lnTo>
                  <a:pt x="6909308" y="0"/>
                </a:lnTo>
                <a:cubicBezTo>
                  <a:pt x="7017512" y="0"/>
                  <a:pt x="7105396" y="87757"/>
                  <a:pt x="7105396" y="196088"/>
                </a:cubicBezTo>
                <a:lnTo>
                  <a:pt x="7105396" y="8006588"/>
                </a:lnTo>
                <a:cubicBezTo>
                  <a:pt x="7105396" y="8114792"/>
                  <a:pt x="7017638" y="8202676"/>
                  <a:pt x="6909308" y="8202676"/>
                </a:cubicBezTo>
                <a:lnTo>
                  <a:pt x="196088" y="8202676"/>
                </a:lnTo>
                <a:cubicBezTo>
                  <a:pt x="87757" y="8202549"/>
                  <a:pt x="0" y="8114792"/>
                  <a:pt x="0" y="8006461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5400" cmpd="sng">
            <a:solidFill>
              <a:srgbClr val="D3DEE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60950" tIns="60950" rIns="60950" bIns="6095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742" name="Google Shape;1742;g3f520f3c22e_2_1609">
            <a:extLst xmlns:a="http://schemas.openxmlformats.org/drawingml/2006/main">
              <a:ext uri="{FF2B5EF4-FFF2-40B4-BE49-F238E27FC236}">
                <a16:creationId xmlns:a16="http://schemas.microsoft.com/office/drawing/2014/main" id="{EA8DA9C4-5650-46F5-AB04-068F27E43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116" y="2255520"/>
            <a:ext cx="804471" cy="804672"/>
          </a:xfrm>
          <a:custGeom xmlns:a="http://schemas.openxmlformats.org/drawingml/2006/main">
            <a:rect l="l" t="t" r="r" b="b"/>
            <a:pathLst>
              <a:path w="1609344" h="1609344">
                <a:moveTo>
                  <a:pt x="0" y="804672"/>
                </a:moveTo>
                <a:cubicBezTo>
                  <a:pt x="0" y="360299"/>
                  <a:pt x="360299" y="0"/>
                  <a:pt x="804672" y="0"/>
                </a:cubicBezTo>
                <a:cubicBezTo>
                  <a:pt x="1249045" y="0"/>
                  <a:pt x="1609344" y="360299"/>
                  <a:pt x="1609344" y="804672"/>
                </a:cubicBezTo>
                <a:cubicBezTo>
                  <a:pt x="1609344" y="1249045"/>
                  <a:pt x="1249045" y="1609344"/>
                  <a:pt x="804672" y="1609344"/>
                </a:cubicBezTo>
                <a:cubicBezTo>
                  <a:pt x="360299" y="1609344"/>
                  <a:pt x="0" y="1249045"/>
                  <a:pt x="0" y="804672"/>
                </a:cubicBezTo>
                <a:close/>
              </a:path>
            </a:pathLst>
          </a:custGeom>
          <a:solidFill xmlns:a="http://schemas.openxmlformats.org/drawingml/2006/main">
            <a:srgbClr val="4A6FA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0950" tIns="60950" rIns="60950" bIns="6095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743" name="Google Shape;1743;g3f520f3c22e_2_1609">
            <a:extLst xmlns:a="http://schemas.openxmlformats.org/drawingml/2006/main">
              <a:ext uri="{FF2B5EF4-FFF2-40B4-BE49-F238E27FC236}">
                <a16:creationId xmlns:a16="http://schemas.microsoft.com/office/drawing/2014/main" id="{5EC083D8-E54A-449E-AE84-4101D078F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2328" y="2462784"/>
            <a:ext cx="390046" cy="390144"/>
          </a:xfrm>
          <a:custGeom xmlns:a="http://schemas.openxmlformats.org/drawingml/2006/main">
            <a:rect l="l" t="t" r="r" b="b"/>
            <a:pathLst>
              <a:path w="780288" h="780288">
                <a:moveTo>
                  <a:pt x="0" y="0"/>
                </a:moveTo>
                <a:lnTo>
                  <a:pt x="780288" y="0"/>
                </a:lnTo>
                <a:lnTo>
                  <a:pt x="780288" y="780288"/>
                </a:lnTo>
                <a:lnTo>
                  <a:pt x="0" y="780288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66c84689b4154016">
              <a:alphaModFix/>
            </a:blip>
            <a:stretch>
              <a:fillRect l="0" t="0" r="0" b="0"/>
            </a:stretch>
          </a:blipFill>
          <a:ln xmlns:a="http://schemas.openxmlformats.org/drawingml/2006/main">
            <a:noFill/>
          </a:ln>
        </p:spPr>
      </p:sp>
      <p:sp>
        <p:nvSpPr>
          <p:cNvPr id="1745" name="Google Shape;1745;g3f520f3c22e_2_1609">
            <a:extLst xmlns:a="http://schemas.openxmlformats.org/drawingml/2006/main">
              <a:ext uri="{FF2B5EF4-FFF2-40B4-BE49-F238E27FC236}">
                <a16:creationId xmlns:a16="http://schemas.microsoft.com/office/drawing/2014/main" id="{4AA14A65-2DFE-47CD-85F7-AF1C6D60B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75116" y="3291840"/>
            <a:ext cx="2925348" cy="426720"/>
          </a:xfrm>
          <a:custGeom xmlns:a="http://schemas.openxmlformats.org/drawingml/2006/main">
            <a:rect l="l" t="t" r="r" b="b"/>
            <a:pathLst>
              <a:path w="5852160" h="853440">
                <a:moveTo>
                  <a:pt x="0" y="0"/>
                </a:moveTo>
                <a:lnTo>
                  <a:pt x="5852160" y="0"/>
                </a:lnTo>
                <a:lnTo>
                  <a:pt x="5852160" y="853440"/>
                </a:lnTo>
                <a:lnTo>
                  <a:pt x="0" y="853440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1acf3e8d48af4074">
              <a:alphaModFix amt="0"/>
            </a:blip>
            <a:stretch>
              <a:fillRect l="0" t="-83611" r="0" b="-83611"/>
            </a:stretch>
          </a:blipFill>
          <a:ln xmlns:a="http://schemas.openxmlformats.org/drawingml/2006/main">
            <a:noFill/>
          </a:ln>
        </p:spPr>
      </p:sp>
      <p:sp>
        <p:nvSpPr>
          <p:cNvPr id="1746" name="Google Shape;1746;g3f520f3c22e_2_1609">
            <a:extLst xmlns:a="http://schemas.openxmlformats.org/drawingml/2006/main">
              <a:ext uri="{FF2B5EF4-FFF2-40B4-BE49-F238E27FC236}">
                <a16:creationId xmlns:a16="http://schemas.microsoft.com/office/drawing/2014/main" id="{1D83B28B-D26F-432A-9CFE-D57B76596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75116" y="3253740"/>
            <a:ext cx="2925348" cy="464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700" b="1" i="0" u="none" cap="none">
                <a:solidFill>
                  <a:srgbClr val="0F2C4C"/>
                </a:solidFill>
                <a:latin typeface="Calibri"/>
                <a:ea typeface="Calibri"/>
                <a:cs typeface="Calibri"/>
              </a:rPr>
              <a:t>PCB Rev A</a:t>
            </a:r>
          </a:p>
        </p:txBody>
      </p:sp>
      <p:sp>
        <p:nvSpPr>
          <p:cNvPr id="1748" name="Google Shape;1748;g3f520f3c22e_2_1609">
            <a:extLst xmlns:a="http://schemas.openxmlformats.org/drawingml/2006/main">
              <a:ext uri="{FF2B5EF4-FFF2-40B4-BE49-F238E27FC236}">
                <a16:creationId xmlns:a16="http://schemas.microsoft.com/office/drawing/2014/main" id="{FDE507AF-43E1-4A73-A3B4-CFF5F7CBB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75116" y="3718560"/>
            <a:ext cx="2925348" cy="365760"/>
          </a:xfrm>
          <a:custGeom xmlns:a="http://schemas.openxmlformats.org/drawingml/2006/main">
            <a:rect l="l" t="t" r="r" b="b"/>
            <a:pathLst>
              <a:path w="5852160" h="731520">
                <a:moveTo>
                  <a:pt x="0" y="0"/>
                </a:moveTo>
                <a:lnTo>
                  <a:pt x="5852160" y="0"/>
                </a:lnTo>
                <a:lnTo>
                  <a:pt x="5852160" y="731520"/>
                </a:lnTo>
                <a:lnTo>
                  <a:pt x="0" y="731520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1acf3e8d48af4074">
              <a:alphaModFix amt="0"/>
            </a:blip>
            <a:stretch>
              <a:fillRect l="0" t="-105880" r="0" b="-105880"/>
            </a:stretch>
          </a:blipFill>
          <a:ln xmlns:a="http://schemas.openxmlformats.org/drawingml/2006/main">
            <a:noFill/>
          </a:ln>
        </p:spPr>
      </p:sp>
      <p:sp>
        <p:nvSpPr>
          <p:cNvPr id="1749" name="Google Shape;1749;g3f520f3c22e_2_1609">
            <a:extLst xmlns:a="http://schemas.openxmlformats.org/drawingml/2006/main">
              <a:ext uri="{FF2B5EF4-FFF2-40B4-BE49-F238E27FC236}">
                <a16:creationId xmlns:a16="http://schemas.microsoft.com/office/drawing/2014/main" id="{E6A62FDD-F4AC-471D-A462-6F05375F0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75116" y="3689985"/>
            <a:ext cx="2925348" cy="3943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 i="0" u="none" cap="none">
                <a:solidFill>
                  <a:srgbClr val="38BDF8"/>
                </a:solidFill>
                <a:latin typeface="Calibri"/>
                <a:ea typeface="Calibri"/>
                <a:cs typeface="Calibri"/>
              </a:rPr>
              <a:t>EasyEDA Pro</a:t>
            </a:r>
          </a:p>
        </p:txBody>
      </p:sp>
      <p:sp>
        <p:nvSpPr>
          <p:cNvPr id="1750" name="Google Shape;1750;g3f520f3c22e_2_1609">
            <a:extLst xmlns:a="http://schemas.openxmlformats.org/drawingml/2006/main">
              <a:ext uri="{FF2B5EF4-FFF2-40B4-BE49-F238E27FC236}">
                <a16:creationId xmlns:a16="http://schemas.microsoft.com/office/drawing/2014/main" id="{13953A3C-48DC-4E7A-8597-6CAE0B605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116" y="4119880"/>
            <a:ext cx="2925348" cy="1610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0" u="none" cap="none">
                <a:solidFill>
                  <a:srgbClr val="7E8FA6"/>
                </a:solidFill>
                <a:latin typeface="Calibri"/>
                <a:ea typeface="Calibri"/>
                <a:cs typeface="Calibri"/>
              </a:rPr>
              <a:t>Medir footprint, revisar esquema, ERC/DRC e bring-up com fonte limitada.</a:t>
            </a:r>
          </a:p>
        </p:txBody>
      </p:sp>
      <p:sp>
        <p:nvSpPr>
          <p:cNvPr id="1751" name="Google Shape;1751;g3f520f3c22e_2_1609">
            <a:extLst xmlns:a="http://schemas.openxmlformats.org/drawingml/2006/main">
              <a:ext uri="{FF2B5EF4-FFF2-40B4-BE49-F238E27FC236}">
                <a16:creationId xmlns:a16="http://schemas.microsoft.com/office/drawing/2014/main" id="{2486ABDA-7EED-4EB3-B3CC-08408FD14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0504" y="1881295"/>
            <a:ext cx="3551809" cy="4101338"/>
          </a:xfrm>
          <a:custGeom xmlns:a="http://schemas.openxmlformats.org/drawingml/2006/main">
            <a:rect l="l" t="t" r="r" b="b"/>
            <a:pathLst>
              <a:path w="7105396" h="8202676">
                <a:moveTo>
                  <a:pt x="0" y="196088"/>
                </a:moveTo>
                <a:cubicBezTo>
                  <a:pt x="0" y="87757"/>
                  <a:pt x="87757" y="0"/>
                  <a:pt x="196088" y="0"/>
                </a:cubicBezTo>
                <a:lnTo>
                  <a:pt x="6909308" y="0"/>
                </a:lnTo>
                <a:cubicBezTo>
                  <a:pt x="7017512" y="0"/>
                  <a:pt x="7105396" y="87757"/>
                  <a:pt x="7105396" y="196088"/>
                </a:cubicBezTo>
                <a:lnTo>
                  <a:pt x="7105396" y="8006588"/>
                </a:lnTo>
                <a:cubicBezTo>
                  <a:pt x="7105396" y="8114792"/>
                  <a:pt x="7017638" y="8202676"/>
                  <a:pt x="6909308" y="8202676"/>
                </a:cubicBezTo>
                <a:lnTo>
                  <a:pt x="196088" y="8202676"/>
                </a:lnTo>
                <a:cubicBezTo>
                  <a:pt x="87757" y="8202549"/>
                  <a:pt x="0" y="8114792"/>
                  <a:pt x="0" y="8006461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5400" cmpd="sng">
            <a:solidFill>
              <a:srgbClr val="D3DEE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60950" tIns="60950" rIns="60950" bIns="6095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752" name="Google Shape;1752;g3f520f3c22e_2_1609">
            <a:extLst xmlns:a="http://schemas.openxmlformats.org/drawingml/2006/main">
              <a:ext uri="{FF2B5EF4-FFF2-40B4-BE49-F238E27FC236}">
                <a16:creationId xmlns:a16="http://schemas.microsoft.com/office/drawing/2014/main" id="{B718D691-4346-4A09-B5DD-C28AAE9D9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3691" y="2255520"/>
            <a:ext cx="804471" cy="804672"/>
          </a:xfrm>
          <a:custGeom xmlns:a="http://schemas.openxmlformats.org/drawingml/2006/main">
            <a:rect l="l" t="t" r="r" b="b"/>
            <a:pathLst>
              <a:path w="1609344" h="1609344">
                <a:moveTo>
                  <a:pt x="0" y="804672"/>
                </a:moveTo>
                <a:cubicBezTo>
                  <a:pt x="0" y="360299"/>
                  <a:pt x="360299" y="0"/>
                  <a:pt x="804672" y="0"/>
                </a:cubicBezTo>
                <a:cubicBezTo>
                  <a:pt x="1249045" y="0"/>
                  <a:pt x="1609344" y="360299"/>
                  <a:pt x="1609344" y="804672"/>
                </a:cubicBezTo>
                <a:cubicBezTo>
                  <a:pt x="1609344" y="1249045"/>
                  <a:pt x="1249045" y="1609344"/>
                  <a:pt x="804672" y="1609344"/>
                </a:cubicBezTo>
                <a:cubicBezTo>
                  <a:pt x="360299" y="1609344"/>
                  <a:pt x="0" y="1249045"/>
                  <a:pt x="0" y="804672"/>
                </a:cubicBezTo>
                <a:close/>
              </a:path>
            </a:pathLst>
          </a:custGeom>
          <a:solidFill xmlns:a="http://schemas.openxmlformats.org/drawingml/2006/main">
            <a:srgbClr val="4A6FA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0950" tIns="60950" rIns="60950" bIns="6095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753" name="Google Shape;1753;g3f520f3c22e_2_1609">
            <a:extLst xmlns:a="http://schemas.openxmlformats.org/drawingml/2006/main">
              <a:ext uri="{FF2B5EF4-FFF2-40B4-BE49-F238E27FC236}">
                <a16:creationId xmlns:a16="http://schemas.microsoft.com/office/drawing/2014/main" id="{1CE93FA6-F310-403C-AFD2-DAFDE2E63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0903" y="2462784"/>
            <a:ext cx="390046" cy="390144"/>
          </a:xfrm>
          <a:custGeom xmlns:a="http://schemas.openxmlformats.org/drawingml/2006/main">
            <a:rect l="l" t="t" r="r" b="b"/>
            <a:pathLst>
              <a:path w="780288" h="780288">
                <a:moveTo>
                  <a:pt x="0" y="0"/>
                </a:moveTo>
                <a:lnTo>
                  <a:pt x="780288" y="0"/>
                </a:lnTo>
                <a:lnTo>
                  <a:pt x="780288" y="780288"/>
                </a:lnTo>
                <a:lnTo>
                  <a:pt x="0" y="780288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854f72294c454df3">
              <a:alphaModFix/>
            </a:blip>
            <a:stretch>
              <a:fillRect l="0" t="0" r="0" b="0"/>
            </a:stretch>
          </a:blipFill>
          <a:ln xmlns:a="http://schemas.openxmlformats.org/drawingml/2006/main">
            <a:noFill/>
          </a:ln>
        </p:spPr>
      </p:sp>
      <p:sp>
        <p:nvSpPr>
          <p:cNvPr id="1755" name="Google Shape;1755;g3f520f3c22e_2_1609">
            <a:extLst xmlns:a="http://schemas.openxmlformats.org/drawingml/2006/main">
              <a:ext uri="{FF2B5EF4-FFF2-40B4-BE49-F238E27FC236}">
                <a16:creationId xmlns:a16="http://schemas.microsoft.com/office/drawing/2014/main" id="{FED84159-16FB-44DB-9339-16BF20DA8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53691" y="3291840"/>
            <a:ext cx="2925348" cy="426720"/>
          </a:xfrm>
          <a:custGeom xmlns:a="http://schemas.openxmlformats.org/drawingml/2006/main">
            <a:rect l="l" t="t" r="r" b="b"/>
            <a:pathLst>
              <a:path w="5852160" h="853440">
                <a:moveTo>
                  <a:pt x="0" y="0"/>
                </a:moveTo>
                <a:lnTo>
                  <a:pt x="5852160" y="0"/>
                </a:lnTo>
                <a:lnTo>
                  <a:pt x="5852160" y="853440"/>
                </a:lnTo>
                <a:lnTo>
                  <a:pt x="0" y="853440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1acf3e8d48af4074">
              <a:alphaModFix amt="0"/>
            </a:blip>
            <a:stretch>
              <a:fillRect l="0" t="-83611" r="0" b="-83611"/>
            </a:stretch>
          </a:blipFill>
          <a:ln xmlns:a="http://schemas.openxmlformats.org/drawingml/2006/main">
            <a:noFill/>
          </a:ln>
        </p:spPr>
      </p:sp>
      <p:sp>
        <p:nvSpPr>
          <p:cNvPr id="1756" name="Google Shape;1756;g3f520f3c22e_2_1609">
            <a:extLst xmlns:a="http://schemas.openxmlformats.org/drawingml/2006/main">
              <a:ext uri="{FF2B5EF4-FFF2-40B4-BE49-F238E27FC236}">
                <a16:creationId xmlns:a16="http://schemas.microsoft.com/office/drawing/2014/main" id="{FF8DE0F2-38F9-4709-A84D-4596E19B0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53691" y="3253740"/>
            <a:ext cx="2925348" cy="464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700" b="1" i="0" u="none" cap="none">
                <a:solidFill>
                  <a:srgbClr val="0F2C4C"/>
                </a:solidFill>
                <a:latin typeface="Calibri"/>
                <a:ea typeface="Calibri"/>
                <a:cs typeface="Calibri"/>
              </a:rPr>
              <a:t>Case Rev A</a:t>
            </a:r>
          </a:p>
        </p:txBody>
      </p:sp>
      <p:sp>
        <p:nvSpPr>
          <p:cNvPr id="1758" name="Google Shape;1758;g3f520f3c22e_2_1609">
            <a:extLst xmlns:a="http://schemas.openxmlformats.org/drawingml/2006/main">
              <a:ext uri="{FF2B5EF4-FFF2-40B4-BE49-F238E27FC236}">
                <a16:creationId xmlns:a16="http://schemas.microsoft.com/office/drawing/2014/main" id="{6DA37127-CC94-4952-9B00-54A832537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53691" y="3718560"/>
            <a:ext cx="2925348" cy="365760"/>
          </a:xfrm>
          <a:custGeom xmlns:a="http://schemas.openxmlformats.org/drawingml/2006/main">
            <a:rect l="l" t="t" r="r" b="b"/>
            <a:pathLst>
              <a:path w="5852160" h="731520">
                <a:moveTo>
                  <a:pt x="0" y="0"/>
                </a:moveTo>
                <a:lnTo>
                  <a:pt x="5852160" y="0"/>
                </a:lnTo>
                <a:lnTo>
                  <a:pt x="5852160" y="731520"/>
                </a:lnTo>
                <a:lnTo>
                  <a:pt x="0" y="731520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1acf3e8d48af4074">
              <a:alphaModFix amt="0"/>
            </a:blip>
            <a:stretch>
              <a:fillRect l="0" t="-105880" r="0" b="-105880"/>
            </a:stretch>
          </a:blipFill>
          <a:ln xmlns:a="http://schemas.openxmlformats.org/drawingml/2006/main">
            <a:noFill/>
          </a:ln>
        </p:spPr>
      </p:sp>
      <p:sp>
        <p:nvSpPr>
          <p:cNvPr id="1759" name="Google Shape;1759;g3f520f3c22e_2_1609">
            <a:extLst xmlns:a="http://schemas.openxmlformats.org/drawingml/2006/main">
              <a:ext uri="{FF2B5EF4-FFF2-40B4-BE49-F238E27FC236}">
                <a16:creationId xmlns:a16="http://schemas.microsoft.com/office/drawing/2014/main" id="{B4B81B2F-DE34-4D00-81D5-624C23ABC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53691" y="3689985"/>
            <a:ext cx="2925348" cy="3943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 i="0" u="none" cap="none">
                <a:solidFill>
                  <a:srgbClr val="38BDF8"/>
                </a:solidFill>
                <a:latin typeface="Calibri"/>
                <a:ea typeface="Calibri"/>
                <a:cs typeface="Calibri"/>
              </a:rPr>
              <a:t>SolidWorks</a:t>
            </a:r>
          </a:p>
        </p:txBody>
      </p:sp>
      <p:sp>
        <p:nvSpPr>
          <p:cNvPr id="1760" name="Google Shape;1760;g3f520f3c22e_2_1609">
            <a:extLst xmlns:a="http://schemas.openxmlformats.org/drawingml/2006/main">
              <a:ext uri="{FF2B5EF4-FFF2-40B4-BE49-F238E27FC236}">
                <a16:creationId xmlns:a16="http://schemas.microsoft.com/office/drawing/2014/main" id="{57D756E1-D95C-4D8E-B041-2ECCFB14D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3691" y="4119880"/>
            <a:ext cx="2925348" cy="1610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0" u="none" cap="none">
                <a:solidFill>
                  <a:srgbClr val="7E8FA6"/>
                </a:solidFill>
                <a:latin typeface="Calibri"/>
                <a:ea typeface="Calibri"/>
                <a:cs typeface="Calibri"/>
              </a:rPr>
              <a:t>Congelar dimensões, modelar dutos/torres e ensaiar fluxo e temperatura.</a:t>
            </a:r>
          </a:p>
        </p:txBody>
      </p:sp>
      <p:sp>
        <p:nvSpPr>
          <p:cNvPr id="1761" name="Google Shape;1761;g3f520f3c22e_2_1609">
            <a:extLst xmlns:a="http://schemas.openxmlformats.org/drawingml/2006/main">
              <a:ext uri="{FF2B5EF4-FFF2-40B4-BE49-F238E27FC236}">
                <a16:creationId xmlns:a16="http://schemas.microsoft.com/office/drawing/2014/main" id="{00D04FAC-5BFA-45D4-B142-437EED966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9079" y="1881295"/>
            <a:ext cx="3551809" cy="4101338"/>
          </a:xfrm>
          <a:custGeom xmlns:a="http://schemas.openxmlformats.org/drawingml/2006/main">
            <a:rect l="l" t="t" r="r" b="b"/>
            <a:pathLst>
              <a:path w="7105396" h="8202676">
                <a:moveTo>
                  <a:pt x="0" y="196088"/>
                </a:moveTo>
                <a:cubicBezTo>
                  <a:pt x="0" y="87757"/>
                  <a:pt x="87757" y="0"/>
                  <a:pt x="196088" y="0"/>
                </a:cubicBezTo>
                <a:lnTo>
                  <a:pt x="6909308" y="0"/>
                </a:lnTo>
                <a:cubicBezTo>
                  <a:pt x="7017512" y="0"/>
                  <a:pt x="7105396" y="87757"/>
                  <a:pt x="7105396" y="196088"/>
                </a:cubicBezTo>
                <a:lnTo>
                  <a:pt x="7105396" y="8006588"/>
                </a:lnTo>
                <a:cubicBezTo>
                  <a:pt x="7105396" y="8114792"/>
                  <a:pt x="7017638" y="8202676"/>
                  <a:pt x="6909308" y="8202676"/>
                </a:cubicBezTo>
                <a:lnTo>
                  <a:pt x="196088" y="8202676"/>
                </a:lnTo>
                <a:cubicBezTo>
                  <a:pt x="87757" y="8202549"/>
                  <a:pt x="0" y="8114792"/>
                  <a:pt x="0" y="8006461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5400" cmpd="sng">
            <a:solidFill>
              <a:srgbClr val="D3DEE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60950" tIns="60950" rIns="60950" bIns="6095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762" name="Google Shape;1762;g3f520f3c22e_2_1609">
            <a:extLst xmlns:a="http://schemas.openxmlformats.org/drawingml/2006/main">
              <a:ext uri="{FF2B5EF4-FFF2-40B4-BE49-F238E27FC236}">
                <a16:creationId xmlns:a16="http://schemas.microsoft.com/office/drawing/2014/main" id="{B4B21ADA-4617-46DB-8AE9-F5A3F0FC1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2265" y="2255520"/>
            <a:ext cx="804471" cy="804672"/>
          </a:xfrm>
          <a:custGeom xmlns:a="http://schemas.openxmlformats.org/drawingml/2006/main">
            <a:rect l="l" t="t" r="r" b="b"/>
            <a:pathLst>
              <a:path w="1609344" h="1609344">
                <a:moveTo>
                  <a:pt x="0" y="804672"/>
                </a:moveTo>
                <a:cubicBezTo>
                  <a:pt x="0" y="360299"/>
                  <a:pt x="360299" y="0"/>
                  <a:pt x="804672" y="0"/>
                </a:cubicBezTo>
                <a:cubicBezTo>
                  <a:pt x="1249045" y="0"/>
                  <a:pt x="1609344" y="360299"/>
                  <a:pt x="1609344" y="804672"/>
                </a:cubicBezTo>
                <a:cubicBezTo>
                  <a:pt x="1609344" y="1249045"/>
                  <a:pt x="1249045" y="1609344"/>
                  <a:pt x="804672" y="1609344"/>
                </a:cubicBezTo>
                <a:cubicBezTo>
                  <a:pt x="360299" y="1609344"/>
                  <a:pt x="0" y="1249045"/>
                  <a:pt x="0" y="804672"/>
                </a:cubicBezTo>
                <a:close/>
              </a:path>
            </a:pathLst>
          </a:custGeom>
          <a:solidFill xmlns:a="http://schemas.openxmlformats.org/drawingml/2006/main">
            <a:srgbClr val="4A6FA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0950" tIns="60950" rIns="60950" bIns="6095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763" name="Google Shape;1763;g3f520f3c22e_2_1609">
            <a:extLst xmlns:a="http://schemas.openxmlformats.org/drawingml/2006/main">
              <a:ext uri="{FF2B5EF4-FFF2-40B4-BE49-F238E27FC236}">
                <a16:creationId xmlns:a16="http://schemas.microsoft.com/office/drawing/2014/main" id="{CC84A193-5CE9-48E5-A50A-2B61323D5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9477" y="2462784"/>
            <a:ext cx="390046" cy="390144"/>
          </a:xfrm>
          <a:custGeom xmlns:a="http://schemas.openxmlformats.org/drawingml/2006/main">
            <a:rect l="l" t="t" r="r" b="b"/>
            <a:pathLst>
              <a:path w="780288" h="780288">
                <a:moveTo>
                  <a:pt x="0" y="0"/>
                </a:moveTo>
                <a:lnTo>
                  <a:pt x="780288" y="0"/>
                </a:lnTo>
                <a:lnTo>
                  <a:pt x="780288" y="780288"/>
                </a:lnTo>
                <a:lnTo>
                  <a:pt x="0" y="780288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1e9afc0b2e30412e">
              <a:alphaModFix/>
            </a:blip>
            <a:stretch>
              <a:fillRect l="0" t="0" r="0" b="0"/>
            </a:stretch>
          </a:blipFill>
          <a:ln xmlns:a="http://schemas.openxmlformats.org/drawingml/2006/main">
            <a:noFill/>
          </a:ln>
        </p:spPr>
      </p:sp>
      <p:sp>
        <p:nvSpPr>
          <p:cNvPr id="1765" name="Google Shape;1765;g3f520f3c22e_2_1609">
            <a:extLst xmlns:a="http://schemas.openxmlformats.org/drawingml/2006/main">
              <a:ext uri="{FF2B5EF4-FFF2-40B4-BE49-F238E27FC236}">
                <a16:creationId xmlns:a16="http://schemas.microsoft.com/office/drawing/2014/main" id="{8D2EDEB9-C88E-4A18-91A7-BB6832122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32265" y="3291840"/>
            <a:ext cx="2925348" cy="426720"/>
          </a:xfrm>
          <a:custGeom xmlns:a="http://schemas.openxmlformats.org/drawingml/2006/main">
            <a:rect l="l" t="t" r="r" b="b"/>
            <a:pathLst>
              <a:path w="5852160" h="853440">
                <a:moveTo>
                  <a:pt x="0" y="0"/>
                </a:moveTo>
                <a:lnTo>
                  <a:pt x="5852160" y="0"/>
                </a:lnTo>
                <a:lnTo>
                  <a:pt x="5852160" y="853440"/>
                </a:lnTo>
                <a:lnTo>
                  <a:pt x="0" y="853440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1acf3e8d48af4074">
              <a:alphaModFix amt="0"/>
            </a:blip>
            <a:stretch>
              <a:fillRect l="0" t="-83611" r="0" b="-83611"/>
            </a:stretch>
          </a:blipFill>
          <a:ln xmlns:a="http://schemas.openxmlformats.org/drawingml/2006/main">
            <a:noFill/>
          </a:ln>
        </p:spPr>
      </p:sp>
      <p:sp>
        <p:nvSpPr>
          <p:cNvPr id="1766" name="Google Shape;1766;g3f520f3c22e_2_1609">
            <a:extLst xmlns:a="http://schemas.openxmlformats.org/drawingml/2006/main">
              <a:ext uri="{FF2B5EF4-FFF2-40B4-BE49-F238E27FC236}">
                <a16:creationId xmlns:a16="http://schemas.microsoft.com/office/drawing/2014/main" id="{9A3BE9EB-3A66-4CFF-96E3-7AB8B645E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32265" y="3253740"/>
            <a:ext cx="2925348" cy="464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700" b="1" i="0" u="none" cap="none">
                <a:solidFill>
                  <a:srgbClr val="0F2C4C"/>
                </a:solidFill>
                <a:latin typeface="Calibri"/>
                <a:ea typeface="Calibri"/>
                <a:cs typeface="Calibri"/>
              </a:rPr>
              <a:t>Sandbox</a:t>
            </a:r>
          </a:p>
        </p:txBody>
      </p:sp>
      <p:sp>
        <p:nvSpPr>
          <p:cNvPr id="1768" name="Google Shape;1768;g3f520f3c22e_2_1609">
            <a:extLst xmlns:a="http://schemas.openxmlformats.org/drawingml/2006/main">
              <a:ext uri="{FF2B5EF4-FFF2-40B4-BE49-F238E27FC236}">
                <a16:creationId xmlns:a16="http://schemas.microsoft.com/office/drawing/2014/main" id="{15145E2D-1022-48E6-B3A9-EDAB3F4E4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32265" y="3718560"/>
            <a:ext cx="2925348" cy="365760"/>
          </a:xfrm>
          <a:custGeom xmlns:a="http://schemas.openxmlformats.org/drawingml/2006/main">
            <a:rect l="l" t="t" r="r" b="b"/>
            <a:pathLst>
              <a:path w="5852160" h="731520">
                <a:moveTo>
                  <a:pt x="0" y="0"/>
                </a:moveTo>
                <a:lnTo>
                  <a:pt x="5852160" y="0"/>
                </a:lnTo>
                <a:lnTo>
                  <a:pt x="5852160" y="731520"/>
                </a:lnTo>
                <a:lnTo>
                  <a:pt x="0" y="731520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1acf3e8d48af4074">
              <a:alphaModFix amt="0"/>
            </a:blip>
            <a:stretch>
              <a:fillRect l="0" t="-105880" r="0" b="-105880"/>
            </a:stretch>
          </a:blipFill>
          <a:ln xmlns:a="http://schemas.openxmlformats.org/drawingml/2006/main">
            <a:noFill/>
          </a:ln>
        </p:spPr>
      </p:sp>
      <p:sp>
        <p:nvSpPr>
          <p:cNvPr id="1769" name="Google Shape;1769;g3f520f3c22e_2_1609">
            <a:extLst xmlns:a="http://schemas.openxmlformats.org/drawingml/2006/main">
              <a:ext uri="{FF2B5EF4-FFF2-40B4-BE49-F238E27FC236}">
                <a16:creationId xmlns:a16="http://schemas.microsoft.com/office/drawing/2014/main" id="{5CFE82C5-1E8A-4557-8FF8-2FAFB055F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32265" y="3689985"/>
            <a:ext cx="2925348" cy="3943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 i="0" u="none" cap="none">
                <a:solidFill>
                  <a:srgbClr val="38BDF8"/>
                </a:solidFill>
                <a:latin typeface="Calibri"/>
                <a:ea typeface="Calibri"/>
                <a:cs typeface="Calibri"/>
              </a:rPr>
              <a:t>AWS + piloto</a:t>
            </a:r>
          </a:p>
        </p:txBody>
      </p:sp>
      <p:sp>
        <p:nvSpPr>
          <p:cNvPr id="1770" name="Google Shape;1770;g3f520f3c22e_2_1609">
            <a:extLst xmlns:a="http://schemas.openxmlformats.org/drawingml/2006/main">
              <a:ext uri="{FF2B5EF4-FFF2-40B4-BE49-F238E27FC236}">
                <a16:creationId xmlns:a16="http://schemas.microsoft.com/office/drawing/2014/main" id="{6F4576B7-ADD2-459E-89F9-7229D8C28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2265" y="4119880"/>
            <a:ext cx="2925348" cy="1610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0" u="none" cap="none">
                <a:solidFill>
                  <a:srgbClr val="7E8FA6"/>
                </a:solidFill>
                <a:latin typeface="Calibri"/>
                <a:ea typeface="Calibri"/>
                <a:cs typeface="Calibri"/>
              </a:rPr>
              <a:t>Aprovar custo, aplicar stack, testar mTLS/DLQ e instalar em aparelho real.</a:t>
            </a:r>
          </a:p>
        </p:txBody>
      </p:sp>
      <p:sp>
        <p:nvSpPr>
          <p:cNvPr id="1772" name="Google Shape;1772;g3f520f3c22e_2_1609">
            <a:extLst xmlns:a="http://schemas.openxmlformats.org/drawingml/2006/main">
              <a:ext uri="{FF2B5EF4-FFF2-40B4-BE49-F238E27FC236}">
                <a16:creationId xmlns:a16="http://schemas.microsoft.com/office/drawing/2014/main" id="{CE50BA44-5F18-41BA-AFFD-AEF8D1D5F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0392" y="6461760"/>
            <a:ext cx="6703923" cy="304800"/>
          </a:xfrm>
          <a:custGeom xmlns:a="http://schemas.openxmlformats.org/drawingml/2006/main">
            <a:rect l="l" t="t" r="r" b="b"/>
            <a:pathLst>
              <a:path w="13411200" h="609600">
                <a:moveTo>
                  <a:pt x="0" y="0"/>
                </a:moveTo>
                <a:lnTo>
                  <a:pt x="13411200" y="0"/>
                </a:lnTo>
                <a:lnTo>
                  <a:pt x="13411200" y="609600"/>
                </a:lnTo>
                <a:lnTo>
                  <a:pt x="0" y="609600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1acf3e8d48af4074">
              <a:alphaModFix amt="0"/>
            </a:blip>
            <a:stretch>
              <a:fillRect l="0" t="-378669" r="0" b="-378669"/>
            </a:stretch>
          </a:blipFill>
          <a:ln xmlns:a="http://schemas.openxmlformats.org/drawingml/2006/main">
            <a:noFill/>
          </a:ln>
        </p:spPr>
      </p:sp>
      <p:sp>
        <p:nvSpPr>
          <p:cNvPr id="1773" name="Google Shape;1773;g3f520f3c22e_2_1609">
            <a:extLst xmlns:a="http://schemas.openxmlformats.org/drawingml/2006/main">
              <a:ext uri="{FF2B5EF4-FFF2-40B4-BE49-F238E27FC236}">
                <a16:creationId xmlns:a16="http://schemas.microsoft.com/office/drawing/2014/main" id="{363CECD8-20FA-4F82-A311-DD3D24BAB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0392" y="6442710"/>
            <a:ext cx="6703923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cap="none">
                <a:solidFill>
                  <a:srgbClr val="7E8FA6"/>
                </a:solidFill>
                <a:latin typeface="Calibri"/>
                <a:ea typeface="Calibri"/>
                <a:cs typeface="Calibri"/>
              </a:rPr>
              <a:t>Air Sense · ESP-WROOM-32 · qualidade do ar · protótipo acadêmico</a:t>
            </a:r>
          </a:p>
        </p:txBody>
      </p:sp>
      <p:sp>
        <p:nvSpPr>
          <p:cNvPr id="1775" name="Google Shape;1775;g3f520f3c22e_2_1609">
            <a:extLst xmlns:a="http://schemas.openxmlformats.org/drawingml/2006/main">
              <a:ext uri="{FF2B5EF4-FFF2-40B4-BE49-F238E27FC236}">
                <a16:creationId xmlns:a16="http://schemas.microsoft.com/office/drawing/2014/main" id="{FE006732-92A9-4A8A-95DF-ADC8E3B15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09110" y="6461760"/>
            <a:ext cx="609448" cy="304800"/>
          </a:xfrm>
          <a:custGeom xmlns:a="http://schemas.openxmlformats.org/drawingml/2006/main">
            <a:rect l="l" t="t" r="r" b="b"/>
            <a:pathLst>
              <a:path w="1219200" h="609600">
                <a:moveTo>
                  <a:pt x="0" y="0"/>
                </a:moveTo>
                <a:lnTo>
                  <a:pt x="1219200" y="0"/>
                </a:lnTo>
                <a:lnTo>
                  <a:pt x="1219200" y="609600"/>
                </a:lnTo>
                <a:lnTo>
                  <a:pt x="0" y="609600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1acf3e8d48af4074">
              <a:alphaModFix amt="0"/>
            </a:blip>
            <a:stretch>
              <a:fillRect l="-14150" t="0" r="-14150" b="0"/>
            </a:stretch>
          </a:blipFill>
          <a:ln xmlns:a="http://schemas.openxmlformats.org/drawingml/2006/main">
            <a:noFill/>
          </a:ln>
        </p:spPr>
      </p:sp>
      <p:sp>
        <p:nvSpPr>
          <p:cNvPr id="1776" name="Google Shape;1776;g3f520f3c22e_2_1609">
            <a:extLst xmlns:a="http://schemas.openxmlformats.org/drawingml/2006/main">
              <a:ext uri="{FF2B5EF4-FFF2-40B4-BE49-F238E27FC236}">
                <a16:creationId xmlns:a16="http://schemas.microsoft.com/office/drawing/2014/main" id="{285F268B-E8A5-49E4-A07E-AE32A839A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09110" y="6442710"/>
            <a:ext cx="609448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cap="none">
                <a:solidFill>
                  <a:srgbClr val="7E8FA6"/>
                </a:solidFill>
                <a:latin typeface="Calibri"/>
                <a:ea typeface="Calibri"/>
                <a:cs typeface="Calibri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84380800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EEF3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89" name="Google Shape;1689;g3f520f3c22e_2_1565">
            <a:extLst xmlns:a="http://schemas.openxmlformats.org/drawingml/2006/main">
              <a:ext uri="{FF2B5EF4-FFF2-40B4-BE49-F238E27FC236}">
                <a16:creationId xmlns:a16="http://schemas.microsoft.com/office/drawing/2014/main" id="{9FEE5394-78F8-4556-A99A-74A461545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392" y="609600"/>
            <a:ext cx="414424" cy="373063"/>
          </a:xfrm>
          <a:custGeom xmlns:a="http://schemas.openxmlformats.org/drawingml/2006/main">
            <a:rect l="l" t="t" r="r" b="b"/>
            <a:pathLst>
              <a:path w="829056" h="746125">
                <a:moveTo>
                  <a:pt x="0" y="373126"/>
                </a:moveTo>
                <a:lnTo>
                  <a:pt x="186563" y="0"/>
                </a:lnTo>
                <a:lnTo>
                  <a:pt x="642493" y="0"/>
                </a:lnTo>
                <a:lnTo>
                  <a:pt x="829056" y="373126"/>
                </a:lnTo>
                <a:lnTo>
                  <a:pt x="642493" y="746125"/>
                </a:lnTo>
                <a:lnTo>
                  <a:pt x="186563" y="746125"/>
                </a:lnTo>
                <a:close/>
              </a:path>
            </a:pathLst>
          </a:custGeom>
          <a:solidFill xmlns:a="http://schemas.openxmlformats.org/drawingml/2006/main">
            <a:srgbClr val="38BDF8"/>
          </a:solidFill>
          <a:ln xmlns:a="http://schemas.openxmlformats.org/drawingml/2006/main">
            <a:noFill/>
          </a:ln>
        </p:spPr>
      </p:sp>
      <p:sp>
        <p:nvSpPr>
          <p:cNvPr id="1691" name="Google Shape;1691;g3f520f3c22e_2_1565">
            <a:extLst xmlns:a="http://schemas.openxmlformats.org/drawingml/2006/main">
              <a:ext uri="{FF2B5EF4-FFF2-40B4-BE49-F238E27FC236}">
                <a16:creationId xmlns:a16="http://schemas.microsoft.com/office/drawing/2014/main" id="{7F4494BC-2A08-4405-92A5-94AD08F1A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43273" y="573024"/>
            <a:ext cx="9263601" cy="316992"/>
          </a:xfrm>
          <a:custGeom xmlns:a="http://schemas.openxmlformats.org/drawingml/2006/main">
            <a:rect l="l" t="t" r="r" b="b"/>
            <a:pathLst>
              <a:path w="18531839" h="633984">
                <a:moveTo>
                  <a:pt x="0" y="0"/>
                </a:moveTo>
                <a:lnTo>
                  <a:pt x="18531839" y="0"/>
                </a:lnTo>
                <a:lnTo>
                  <a:pt x="18531839" y="633984"/>
                </a:lnTo>
                <a:lnTo>
                  <a:pt x="0" y="633984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932becb43c964da2">
              <a:alphaModFix amt="0"/>
            </a:blip>
            <a:stretch>
              <a:fillRect l="0" t="-519606" r="0" b="-519606"/>
            </a:stretch>
          </a:blipFill>
          <a:ln xmlns:a="http://schemas.openxmlformats.org/drawingml/2006/main">
            <a:noFill/>
          </a:ln>
        </p:spPr>
      </p:sp>
      <p:sp>
        <p:nvSpPr>
          <p:cNvPr id="1692" name="Google Shape;1692;g3f520f3c22e_2_1565">
            <a:extLst xmlns:a="http://schemas.openxmlformats.org/drawingml/2006/main">
              <a:ext uri="{FF2B5EF4-FFF2-40B4-BE49-F238E27FC236}">
                <a16:creationId xmlns:a16="http://schemas.microsoft.com/office/drawing/2014/main" id="{3DC9E2EE-9B02-412A-B631-970B1732E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43273" y="549212"/>
            <a:ext cx="9263602" cy="3408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 u="none" cap="none">
                <a:solidFill>
                  <a:srgbClr val="4A6FA5"/>
                </a:solidFill>
                <a:latin typeface="Calibri"/>
                <a:ea typeface="Calibri"/>
                <a:cs typeface="Calibri"/>
              </a:rPr>
              <a:t>FECHAMENTO</a:t>
            </a:r>
          </a:p>
        </p:txBody>
      </p:sp>
      <p:sp>
        <p:nvSpPr>
          <p:cNvPr id="1694" name="Google Shape;1694;g3f520f3c22e_2_1565">
            <a:extLst xmlns:a="http://schemas.openxmlformats.org/drawingml/2006/main">
              <a:ext uri="{FF2B5EF4-FFF2-40B4-BE49-F238E27FC236}">
                <a16:creationId xmlns:a16="http://schemas.microsoft.com/office/drawing/2014/main" id="{73184BC0-B47E-4AFD-B296-B88C009A6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0392" y="950975"/>
            <a:ext cx="10482496" cy="731520"/>
          </a:xfrm>
          <a:custGeom xmlns:a="http://schemas.openxmlformats.org/drawingml/2006/main">
            <a:rect l="l" t="t" r="r" b="b"/>
            <a:pathLst>
              <a:path w="20970239" h="1463040">
                <a:moveTo>
                  <a:pt x="0" y="0"/>
                </a:moveTo>
                <a:lnTo>
                  <a:pt x="20970239" y="0"/>
                </a:lnTo>
                <a:lnTo>
                  <a:pt x="20970239" y="1463040"/>
                </a:lnTo>
                <a:lnTo>
                  <a:pt x="0" y="1463040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932becb43c964da2">
              <a:alphaModFix amt="0"/>
            </a:blip>
            <a:stretch>
              <a:fillRect l="0" t="-229298" r="0" b="-229298"/>
            </a:stretch>
          </a:blipFill>
          <a:ln xmlns:a="http://schemas.openxmlformats.org/drawingml/2006/main">
            <a:noFill/>
          </a:ln>
        </p:spPr>
      </p:sp>
      <p:sp>
        <p:nvSpPr>
          <p:cNvPr id="1695" name="Google Shape;1695;g3f520f3c22e_2_1565">
            <a:extLst xmlns:a="http://schemas.openxmlformats.org/drawingml/2006/main">
              <a:ext uri="{FF2B5EF4-FFF2-40B4-BE49-F238E27FC236}">
                <a16:creationId xmlns:a16="http://schemas.microsoft.com/office/drawing/2014/main" id="{95C75644-A71A-4C45-80A8-3BC48A4D3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0392" y="879538"/>
            <a:ext cx="10482497" cy="8029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400" b="1" i="0" u="none" cap="none">
                <a:solidFill>
                  <a:srgbClr val="0F2C4C"/>
                </a:solidFill>
                <a:latin typeface="Calibri"/>
                <a:ea typeface="Calibri"/>
                <a:cs typeface="Calibri"/>
              </a:rPr>
              <a:t>Conclusões</a:t>
            </a:r>
          </a:p>
        </p:txBody>
      </p:sp>
      <p:sp>
        <p:nvSpPr>
          <p:cNvPr id="1696" name="Google Shape;1696;g3f520f3c22e_2_1565">
            <a:extLst xmlns:a="http://schemas.openxmlformats.org/drawingml/2006/main">
              <a:ext uri="{FF2B5EF4-FFF2-40B4-BE49-F238E27FC236}">
                <a16:creationId xmlns:a16="http://schemas.microsoft.com/office/drawing/2014/main" id="{EF002ECF-37AE-4504-B825-016503B4F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392" y="1800860"/>
            <a:ext cx="1036061" cy="9423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500" b="1" i="0" u="none" cap="none">
                <a:solidFill>
                  <a:srgbClr val="38BDF8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1698" name="Google Shape;1698;g3f520f3c22e_2_1565">
            <a:extLst xmlns:a="http://schemas.openxmlformats.org/drawingml/2006/main">
              <a:ext uri="{FF2B5EF4-FFF2-40B4-BE49-F238E27FC236}">
                <a16:creationId xmlns:a16="http://schemas.microsoft.com/office/drawing/2014/main" id="{37CF2F0E-B377-49B2-A94B-9F47DB79A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28343" y="1889760"/>
            <a:ext cx="9629271" cy="414528"/>
          </a:xfrm>
          <a:custGeom xmlns:a="http://schemas.openxmlformats.org/drawingml/2006/main">
            <a:rect l="l" t="t" r="r" b="b"/>
            <a:pathLst>
              <a:path w="19263361" h="829056">
                <a:moveTo>
                  <a:pt x="0" y="0"/>
                </a:moveTo>
                <a:lnTo>
                  <a:pt x="19263361" y="0"/>
                </a:lnTo>
                <a:lnTo>
                  <a:pt x="19263361" y="829056"/>
                </a:lnTo>
                <a:lnTo>
                  <a:pt x="0" y="829056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932becb43c964da2">
              <a:alphaModFix amt="0"/>
            </a:blip>
            <a:stretch>
              <a:fillRect l="0" t="-402734" r="0" b="-402734"/>
            </a:stretch>
          </a:blipFill>
          <a:ln xmlns:a="http://schemas.openxmlformats.org/drawingml/2006/main">
            <a:noFill/>
          </a:ln>
        </p:spPr>
      </p:sp>
      <p:sp>
        <p:nvSpPr>
          <p:cNvPr id="1699" name="Google Shape;1699;g3f520f3c22e_2_1565">
            <a:extLst xmlns:a="http://schemas.openxmlformats.org/drawingml/2006/main">
              <a:ext uri="{FF2B5EF4-FFF2-40B4-BE49-F238E27FC236}">
                <a16:creationId xmlns:a16="http://schemas.microsoft.com/office/drawing/2014/main" id="{024EFC42-1C93-4226-A44C-EAC0EE3BB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28343" y="1851660"/>
            <a:ext cx="9629270" cy="4526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700" b="1" i="0" u="none" cap="none">
                <a:solidFill>
                  <a:srgbClr val="0F2C4C"/>
                </a:solidFill>
                <a:latin typeface="Calibri"/>
                <a:ea typeface="Calibri"/>
                <a:cs typeface="Calibri"/>
              </a:rPr>
              <a:t>Integração ponta a ponta</a:t>
            </a:r>
          </a:p>
        </p:txBody>
      </p:sp>
      <p:sp>
        <p:nvSpPr>
          <p:cNvPr id="1701" name="Google Shape;1701;g3f520f3c22e_2_1565">
            <a:extLst xmlns:a="http://schemas.openxmlformats.org/drawingml/2006/main">
              <a:ext uri="{FF2B5EF4-FFF2-40B4-BE49-F238E27FC236}">
                <a16:creationId xmlns:a16="http://schemas.microsoft.com/office/drawing/2014/main" id="{9F6318E7-130D-4585-AF5D-726235A98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28343" y="2328672"/>
            <a:ext cx="9629271" cy="487680"/>
          </a:xfrm>
          <a:custGeom xmlns:a="http://schemas.openxmlformats.org/drawingml/2006/main">
            <a:rect l="l" t="t" r="r" b="b"/>
            <a:pathLst>
              <a:path w="19263361" h="975360">
                <a:moveTo>
                  <a:pt x="0" y="0"/>
                </a:moveTo>
                <a:lnTo>
                  <a:pt x="19263361" y="0"/>
                </a:lnTo>
                <a:lnTo>
                  <a:pt x="19263361" y="975360"/>
                </a:lnTo>
                <a:lnTo>
                  <a:pt x="0" y="975360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932becb43c964da2">
              <a:alphaModFix amt="0"/>
            </a:blip>
            <a:stretch>
              <a:fillRect l="0" t="-334852" r="0" b="-334852"/>
            </a:stretch>
          </a:blipFill>
          <a:ln xmlns:a="http://schemas.openxmlformats.org/drawingml/2006/main">
            <a:noFill/>
          </a:ln>
        </p:spPr>
      </p:sp>
      <p:sp>
        <p:nvSpPr>
          <p:cNvPr id="1702" name="Google Shape;1702;g3f520f3c22e_2_1565">
            <a:extLst xmlns:a="http://schemas.openxmlformats.org/drawingml/2006/main">
              <a:ext uri="{FF2B5EF4-FFF2-40B4-BE49-F238E27FC236}">
                <a16:creationId xmlns:a16="http://schemas.microsoft.com/office/drawing/2014/main" id="{88F96C19-D3C4-4B1C-BB91-9FCBB6CF2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28343" y="2309622"/>
            <a:ext cx="9629270" cy="5067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0" u="none" cap="none">
                <a:solidFill>
                  <a:srgbClr val="7E8FA6"/>
                </a:solidFill>
                <a:latin typeface="Calibri"/>
                <a:ea typeface="Calibri"/>
                <a:cs typeface="Calibri"/>
              </a:rPr>
              <a:t>Um contrato liga firmware, MQTT, backend, Web, mobile e AWS.</a:t>
            </a:r>
          </a:p>
        </p:txBody>
      </p:sp>
      <p:sp>
        <p:nvSpPr>
          <p:cNvPr id="1703" name="Google Shape;1703;g3f520f3c22e_2_1565">
            <a:extLst xmlns:a="http://schemas.openxmlformats.org/drawingml/2006/main">
              <a:ext uri="{FF2B5EF4-FFF2-40B4-BE49-F238E27FC236}">
                <a16:creationId xmlns:a16="http://schemas.microsoft.com/office/drawing/2014/main" id="{0DA14E61-E643-492E-BFB0-3D6F0C309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392" y="2849372"/>
            <a:ext cx="1036061" cy="9423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500" b="1" i="0" u="none" cap="none">
                <a:solidFill>
                  <a:srgbClr val="38BDF8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1705" name="Google Shape;1705;g3f520f3c22e_2_1565">
            <a:extLst xmlns:a="http://schemas.openxmlformats.org/drawingml/2006/main">
              <a:ext uri="{FF2B5EF4-FFF2-40B4-BE49-F238E27FC236}">
                <a16:creationId xmlns:a16="http://schemas.microsoft.com/office/drawing/2014/main" id="{E5910AF1-8193-4177-B763-0E46ED9CB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28343" y="2938272"/>
            <a:ext cx="9629271" cy="414528"/>
          </a:xfrm>
          <a:custGeom xmlns:a="http://schemas.openxmlformats.org/drawingml/2006/main">
            <a:rect l="l" t="t" r="r" b="b"/>
            <a:pathLst>
              <a:path w="19263361" h="829056">
                <a:moveTo>
                  <a:pt x="0" y="0"/>
                </a:moveTo>
                <a:lnTo>
                  <a:pt x="19263361" y="0"/>
                </a:lnTo>
                <a:lnTo>
                  <a:pt x="19263361" y="829056"/>
                </a:lnTo>
                <a:lnTo>
                  <a:pt x="0" y="829056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932becb43c964da2">
              <a:alphaModFix amt="0"/>
            </a:blip>
            <a:stretch>
              <a:fillRect l="0" t="-402734" r="0" b="-402734"/>
            </a:stretch>
          </a:blipFill>
          <a:ln xmlns:a="http://schemas.openxmlformats.org/drawingml/2006/main">
            <a:noFill/>
          </a:ln>
        </p:spPr>
      </p:sp>
      <p:sp>
        <p:nvSpPr>
          <p:cNvPr id="1706" name="Google Shape;1706;g3f520f3c22e_2_1565">
            <a:extLst xmlns:a="http://schemas.openxmlformats.org/drawingml/2006/main">
              <a:ext uri="{FF2B5EF4-FFF2-40B4-BE49-F238E27FC236}">
                <a16:creationId xmlns:a16="http://schemas.microsoft.com/office/drawing/2014/main" id="{6218D378-2D12-4E58-B4DE-FEE97B8F1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28343" y="2900172"/>
            <a:ext cx="9629270" cy="4526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700" b="1" i="0" u="none" cap="none">
                <a:solidFill>
                  <a:srgbClr val="0F2C4C"/>
                </a:solidFill>
                <a:latin typeface="Calibri"/>
                <a:ea typeface="Calibri"/>
                <a:cs typeface="Calibri"/>
              </a:rPr>
              <a:t>Limites do ESP32 respeitados</a:t>
            </a:r>
          </a:p>
        </p:txBody>
      </p:sp>
      <p:sp>
        <p:nvSpPr>
          <p:cNvPr id="1708" name="Google Shape;1708;g3f520f3c22e_2_1565">
            <a:extLst xmlns:a="http://schemas.openxmlformats.org/drawingml/2006/main">
              <a:ext uri="{FF2B5EF4-FFF2-40B4-BE49-F238E27FC236}">
                <a16:creationId xmlns:a16="http://schemas.microsoft.com/office/drawing/2014/main" id="{AD4052A7-6B88-46DE-B1DD-2ED816459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28343" y="3377184"/>
            <a:ext cx="9629271" cy="487680"/>
          </a:xfrm>
          <a:custGeom xmlns:a="http://schemas.openxmlformats.org/drawingml/2006/main">
            <a:rect l="l" t="t" r="r" b="b"/>
            <a:pathLst>
              <a:path w="19263361" h="975360">
                <a:moveTo>
                  <a:pt x="0" y="0"/>
                </a:moveTo>
                <a:lnTo>
                  <a:pt x="19263361" y="0"/>
                </a:lnTo>
                <a:lnTo>
                  <a:pt x="19263361" y="975360"/>
                </a:lnTo>
                <a:lnTo>
                  <a:pt x="0" y="975360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932becb43c964da2">
              <a:alphaModFix amt="0"/>
            </a:blip>
            <a:stretch>
              <a:fillRect l="0" t="-334852" r="0" b="-334852"/>
            </a:stretch>
          </a:blipFill>
          <a:ln xmlns:a="http://schemas.openxmlformats.org/drawingml/2006/main">
            <a:noFill/>
          </a:ln>
        </p:spPr>
      </p:sp>
      <p:sp>
        <p:nvSpPr>
          <p:cNvPr id="1709" name="Google Shape;1709;g3f520f3c22e_2_1565">
            <a:extLst xmlns:a="http://schemas.openxmlformats.org/drawingml/2006/main">
              <a:ext uri="{FF2B5EF4-FFF2-40B4-BE49-F238E27FC236}">
                <a16:creationId xmlns:a16="http://schemas.microsoft.com/office/drawing/2014/main" id="{CD8EC13F-E050-416F-A9F2-76918EF1D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28343" y="3358134"/>
            <a:ext cx="9629270" cy="5067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0" u="none" cap="none">
                <a:solidFill>
                  <a:srgbClr val="7E8FA6"/>
                </a:solidFill>
                <a:latin typeface="Calibri"/>
                <a:ea typeface="Calibri"/>
                <a:cs typeface="Calibri"/>
              </a:rPr>
              <a:t>Buffers fixos, watchdog, fila curta e três builds abaixo de 61% do slot.</a:t>
            </a:r>
          </a:p>
        </p:txBody>
      </p:sp>
      <p:sp>
        <p:nvSpPr>
          <p:cNvPr id="1710" name="Google Shape;1710;g3f520f3c22e_2_1565">
            <a:extLst xmlns:a="http://schemas.openxmlformats.org/drawingml/2006/main">
              <a:ext uri="{FF2B5EF4-FFF2-40B4-BE49-F238E27FC236}">
                <a16:creationId xmlns:a16="http://schemas.microsoft.com/office/drawing/2014/main" id="{26B1A7D2-2496-4EB5-A3DE-9B9C9F374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392" y="3897884"/>
            <a:ext cx="1036061" cy="9423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500" b="1" i="0" u="none" cap="none">
                <a:solidFill>
                  <a:srgbClr val="38BDF8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1712" name="Google Shape;1712;g3f520f3c22e_2_1565">
            <a:extLst xmlns:a="http://schemas.openxmlformats.org/drawingml/2006/main">
              <a:ext uri="{FF2B5EF4-FFF2-40B4-BE49-F238E27FC236}">
                <a16:creationId xmlns:a16="http://schemas.microsoft.com/office/drawing/2014/main" id="{FD7F38EB-FBD3-418F-8BE3-F1FC0E054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28343" y="3986784"/>
            <a:ext cx="9629271" cy="414528"/>
          </a:xfrm>
          <a:custGeom xmlns:a="http://schemas.openxmlformats.org/drawingml/2006/main">
            <a:rect l="l" t="t" r="r" b="b"/>
            <a:pathLst>
              <a:path w="19263361" h="829056">
                <a:moveTo>
                  <a:pt x="0" y="0"/>
                </a:moveTo>
                <a:lnTo>
                  <a:pt x="19263361" y="0"/>
                </a:lnTo>
                <a:lnTo>
                  <a:pt x="19263361" y="829056"/>
                </a:lnTo>
                <a:lnTo>
                  <a:pt x="0" y="829056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932becb43c964da2">
              <a:alphaModFix amt="0"/>
            </a:blip>
            <a:stretch>
              <a:fillRect l="0" t="-402734" r="0" b="-402734"/>
            </a:stretch>
          </a:blipFill>
          <a:ln xmlns:a="http://schemas.openxmlformats.org/drawingml/2006/main">
            <a:noFill/>
          </a:ln>
        </p:spPr>
      </p:sp>
      <p:sp>
        <p:nvSpPr>
          <p:cNvPr id="1713" name="Google Shape;1713;g3f520f3c22e_2_1565">
            <a:extLst xmlns:a="http://schemas.openxmlformats.org/drawingml/2006/main">
              <a:ext uri="{FF2B5EF4-FFF2-40B4-BE49-F238E27FC236}">
                <a16:creationId xmlns:a16="http://schemas.microsoft.com/office/drawing/2014/main" id="{7CC62F68-0CDD-45CA-978C-E613CED46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28343" y="3948684"/>
            <a:ext cx="9629270" cy="4526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700" b="1" i="0" u="none" cap="none">
                <a:solidFill>
                  <a:srgbClr val="0F2C4C"/>
                </a:solidFill>
                <a:latin typeface="Calibri"/>
                <a:ea typeface="Calibri"/>
                <a:cs typeface="Calibri"/>
              </a:rPr>
              <a:t>Entrega instalável</a:t>
            </a:r>
          </a:p>
        </p:txBody>
      </p:sp>
      <p:sp>
        <p:nvSpPr>
          <p:cNvPr id="1715" name="Google Shape;1715;g3f520f3c22e_2_1565">
            <a:extLst xmlns:a="http://schemas.openxmlformats.org/drawingml/2006/main">
              <a:ext uri="{FF2B5EF4-FFF2-40B4-BE49-F238E27FC236}">
                <a16:creationId xmlns:a16="http://schemas.microsoft.com/office/drawing/2014/main" id="{EC69AC55-7F69-4DA0-B7E6-1EDC4D1AC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28343" y="4425696"/>
            <a:ext cx="9629271" cy="487680"/>
          </a:xfrm>
          <a:custGeom xmlns:a="http://schemas.openxmlformats.org/drawingml/2006/main">
            <a:rect l="l" t="t" r="r" b="b"/>
            <a:pathLst>
              <a:path w="19263361" h="975360">
                <a:moveTo>
                  <a:pt x="0" y="0"/>
                </a:moveTo>
                <a:lnTo>
                  <a:pt x="19263361" y="0"/>
                </a:lnTo>
                <a:lnTo>
                  <a:pt x="19263361" y="975360"/>
                </a:lnTo>
                <a:lnTo>
                  <a:pt x="0" y="975360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932becb43c964da2">
              <a:alphaModFix amt="0"/>
            </a:blip>
            <a:stretch>
              <a:fillRect l="0" t="-334852" r="0" b="-334852"/>
            </a:stretch>
          </a:blipFill>
          <a:ln xmlns:a="http://schemas.openxmlformats.org/drawingml/2006/main">
            <a:noFill/>
          </a:ln>
        </p:spPr>
      </p:sp>
      <p:sp>
        <p:nvSpPr>
          <p:cNvPr id="1716" name="Google Shape;1716;g3f520f3c22e_2_1565">
            <a:extLst xmlns:a="http://schemas.openxmlformats.org/drawingml/2006/main">
              <a:ext uri="{FF2B5EF4-FFF2-40B4-BE49-F238E27FC236}">
                <a16:creationId xmlns:a16="http://schemas.microsoft.com/office/drawing/2014/main" id="{2069B5F7-7810-43F2-867A-A4C3E3D3C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28343" y="4406646"/>
            <a:ext cx="9629270" cy="5067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0" u="none" cap="none">
                <a:solidFill>
                  <a:srgbClr val="7E8FA6"/>
                </a:solidFill>
                <a:latin typeface="Calibri"/>
                <a:ea typeface="Calibri"/>
                <a:cs typeface="Calibri"/>
              </a:rPr>
              <a:t>Compose local, PWA, APK piloto e pacote Lambda prontos.</a:t>
            </a:r>
          </a:p>
        </p:txBody>
      </p:sp>
      <p:sp>
        <p:nvSpPr>
          <p:cNvPr id="1717" name="Google Shape;1717;g3f520f3c22e_2_1565">
            <a:extLst xmlns:a="http://schemas.openxmlformats.org/drawingml/2006/main">
              <a:ext uri="{FF2B5EF4-FFF2-40B4-BE49-F238E27FC236}">
                <a16:creationId xmlns:a16="http://schemas.microsoft.com/office/drawing/2014/main" id="{8F8CC588-08CE-4209-ADB2-93395DC6C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392" y="4946396"/>
            <a:ext cx="1036061" cy="9423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500" b="1" i="0" u="none" cap="none">
                <a:solidFill>
                  <a:srgbClr val="38BDF8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1719" name="Google Shape;1719;g3f520f3c22e_2_1565">
            <a:extLst xmlns:a="http://schemas.openxmlformats.org/drawingml/2006/main">
              <a:ext uri="{FF2B5EF4-FFF2-40B4-BE49-F238E27FC236}">
                <a16:creationId xmlns:a16="http://schemas.microsoft.com/office/drawing/2014/main" id="{E4ADA4A9-1B07-48AD-B371-DB000C503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28343" y="5035296"/>
            <a:ext cx="9629271" cy="414528"/>
          </a:xfrm>
          <a:custGeom xmlns:a="http://schemas.openxmlformats.org/drawingml/2006/main">
            <a:rect l="l" t="t" r="r" b="b"/>
            <a:pathLst>
              <a:path w="19263361" h="829056">
                <a:moveTo>
                  <a:pt x="0" y="0"/>
                </a:moveTo>
                <a:lnTo>
                  <a:pt x="19263361" y="0"/>
                </a:lnTo>
                <a:lnTo>
                  <a:pt x="19263361" y="829056"/>
                </a:lnTo>
                <a:lnTo>
                  <a:pt x="0" y="829056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932becb43c964da2">
              <a:alphaModFix amt="0"/>
            </a:blip>
            <a:stretch>
              <a:fillRect l="0" t="-402734" r="0" b="-402734"/>
            </a:stretch>
          </a:blipFill>
          <a:ln xmlns:a="http://schemas.openxmlformats.org/drawingml/2006/main">
            <a:noFill/>
          </a:ln>
        </p:spPr>
      </p:sp>
      <p:sp>
        <p:nvSpPr>
          <p:cNvPr id="1720" name="Google Shape;1720;g3f520f3c22e_2_1565">
            <a:extLst xmlns:a="http://schemas.openxmlformats.org/drawingml/2006/main">
              <a:ext uri="{FF2B5EF4-FFF2-40B4-BE49-F238E27FC236}">
                <a16:creationId xmlns:a16="http://schemas.microsoft.com/office/drawing/2014/main" id="{4CF07486-3E36-43F8-9415-704D39808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28343" y="4997196"/>
            <a:ext cx="9629270" cy="4526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700" b="1" i="0" u="none" cap="none">
                <a:solidFill>
                  <a:srgbClr val="0F2C4C"/>
                </a:solidFill>
                <a:latin typeface="Calibri"/>
                <a:ea typeface="Calibri"/>
                <a:cs typeface="Calibri"/>
              </a:rPr>
              <a:t>Evidência antes da alegação</a:t>
            </a:r>
          </a:p>
        </p:txBody>
      </p:sp>
      <p:sp>
        <p:nvSpPr>
          <p:cNvPr id="1722" name="Google Shape;1722;g3f520f3c22e_2_1565">
            <a:extLst xmlns:a="http://schemas.openxmlformats.org/drawingml/2006/main">
              <a:ext uri="{FF2B5EF4-FFF2-40B4-BE49-F238E27FC236}">
                <a16:creationId xmlns:a16="http://schemas.microsoft.com/office/drawing/2014/main" id="{8DEACE53-1134-4660-B3DB-E762791F3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28343" y="5474208"/>
            <a:ext cx="9629271" cy="487680"/>
          </a:xfrm>
          <a:custGeom xmlns:a="http://schemas.openxmlformats.org/drawingml/2006/main">
            <a:rect l="l" t="t" r="r" b="b"/>
            <a:pathLst>
              <a:path w="19263361" h="975360">
                <a:moveTo>
                  <a:pt x="0" y="0"/>
                </a:moveTo>
                <a:lnTo>
                  <a:pt x="19263361" y="0"/>
                </a:lnTo>
                <a:lnTo>
                  <a:pt x="19263361" y="975360"/>
                </a:lnTo>
                <a:lnTo>
                  <a:pt x="0" y="975360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932becb43c964da2">
              <a:alphaModFix amt="0"/>
            </a:blip>
            <a:stretch>
              <a:fillRect l="0" t="-334852" r="0" b="-334852"/>
            </a:stretch>
          </a:blipFill>
          <a:ln xmlns:a="http://schemas.openxmlformats.org/drawingml/2006/main">
            <a:noFill/>
          </a:ln>
        </p:spPr>
      </p:sp>
      <p:sp>
        <p:nvSpPr>
          <p:cNvPr id="1723" name="Google Shape;1723;g3f520f3c22e_2_1565">
            <a:extLst xmlns:a="http://schemas.openxmlformats.org/drawingml/2006/main">
              <a:ext uri="{FF2B5EF4-FFF2-40B4-BE49-F238E27FC236}">
                <a16:creationId xmlns:a16="http://schemas.microsoft.com/office/drawing/2014/main" id="{2A29CFC6-FCD4-4A49-B0FE-34991C25A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28343" y="5455158"/>
            <a:ext cx="9629270" cy="5067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0" u="none" cap="none">
                <a:solidFill>
                  <a:srgbClr val="7E8FA6"/>
                </a:solidFill>
                <a:latin typeface="Calibri"/>
                <a:ea typeface="Calibri"/>
                <a:cs typeface="Calibri"/>
              </a:rPr>
              <a:t>Bancada, calibração, PCB, case e nuvem continuam gates explícitos.</a:t>
            </a:r>
          </a:p>
        </p:txBody>
      </p:sp>
      <p:sp>
        <p:nvSpPr>
          <p:cNvPr id="1725" name="Google Shape;1725;g3f520f3c22e_2_1565">
            <a:extLst xmlns:a="http://schemas.openxmlformats.org/drawingml/2006/main">
              <a:ext uri="{FF2B5EF4-FFF2-40B4-BE49-F238E27FC236}">
                <a16:creationId xmlns:a16="http://schemas.microsoft.com/office/drawing/2014/main" id="{C57AB7BC-B52A-44E0-BBB1-81C4B48AE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0392" y="6461760"/>
            <a:ext cx="6703923" cy="304800"/>
          </a:xfrm>
          <a:custGeom xmlns:a="http://schemas.openxmlformats.org/drawingml/2006/main">
            <a:rect l="l" t="t" r="r" b="b"/>
            <a:pathLst>
              <a:path w="13411200" h="609600">
                <a:moveTo>
                  <a:pt x="0" y="0"/>
                </a:moveTo>
                <a:lnTo>
                  <a:pt x="13411200" y="0"/>
                </a:lnTo>
                <a:lnTo>
                  <a:pt x="13411200" y="609600"/>
                </a:lnTo>
                <a:lnTo>
                  <a:pt x="0" y="609600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932becb43c964da2">
              <a:alphaModFix amt="0"/>
            </a:blip>
            <a:stretch>
              <a:fillRect l="0" t="-378669" r="0" b="-378669"/>
            </a:stretch>
          </a:blipFill>
          <a:ln xmlns:a="http://schemas.openxmlformats.org/drawingml/2006/main">
            <a:noFill/>
          </a:ln>
        </p:spPr>
      </p:sp>
      <p:sp>
        <p:nvSpPr>
          <p:cNvPr id="1726" name="Google Shape;1726;g3f520f3c22e_2_1565">
            <a:extLst xmlns:a="http://schemas.openxmlformats.org/drawingml/2006/main">
              <a:ext uri="{FF2B5EF4-FFF2-40B4-BE49-F238E27FC236}">
                <a16:creationId xmlns:a16="http://schemas.microsoft.com/office/drawing/2014/main" id="{68F21B64-4AD0-437D-8013-CD03459FC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0392" y="6442710"/>
            <a:ext cx="6703923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cap="none">
                <a:solidFill>
                  <a:srgbClr val="7E8FA6"/>
                </a:solidFill>
                <a:latin typeface="Calibri"/>
                <a:ea typeface="Calibri"/>
                <a:cs typeface="Calibri"/>
              </a:rPr>
              <a:t>Air Sense · ESP-WROOM-32 · qualidade do ar · protótipo acadêmico</a:t>
            </a:r>
          </a:p>
        </p:txBody>
      </p:sp>
      <p:sp>
        <p:nvSpPr>
          <p:cNvPr id="1728" name="Google Shape;1728;g3f520f3c22e_2_1565">
            <a:extLst xmlns:a="http://schemas.openxmlformats.org/drawingml/2006/main">
              <a:ext uri="{FF2B5EF4-FFF2-40B4-BE49-F238E27FC236}">
                <a16:creationId xmlns:a16="http://schemas.microsoft.com/office/drawing/2014/main" id="{F603D73D-86B7-462D-B0D6-56F3822FE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09110" y="6461760"/>
            <a:ext cx="609448" cy="304800"/>
          </a:xfrm>
          <a:custGeom xmlns:a="http://schemas.openxmlformats.org/drawingml/2006/main">
            <a:rect l="l" t="t" r="r" b="b"/>
            <a:pathLst>
              <a:path w="1219200" h="609600">
                <a:moveTo>
                  <a:pt x="0" y="0"/>
                </a:moveTo>
                <a:lnTo>
                  <a:pt x="1219200" y="0"/>
                </a:lnTo>
                <a:lnTo>
                  <a:pt x="1219200" y="609600"/>
                </a:lnTo>
                <a:lnTo>
                  <a:pt x="0" y="609600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932becb43c964da2">
              <a:alphaModFix amt="0"/>
            </a:blip>
            <a:stretch>
              <a:fillRect l="-14150" t="0" r="-14150" b="0"/>
            </a:stretch>
          </a:blipFill>
          <a:ln xmlns:a="http://schemas.openxmlformats.org/drawingml/2006/main">
            <a:noFill/>
          </a:ln>
        </p:spPr>
      </p:sp>
      <p:sp>
        <p:nvSpPr>
          <p:cNvPr id="1729" name="Google Shape;1729;g3f520f3c22e_2_1565">
            <a:extLst xmlns:a="http://schemas.openxmlformats.org/drawingml/2006/main">
              <a:ext uri="{FF2B5EF4-FFF2-40B4-BE49-F238E27FC236}">
                <a16:creationId xmlns:a16="http://schemas.microsoft.com/office/drawing/2014/main" id="{D4F76B42-BAE3-4A2A-B2A9-C97FCF56F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09110" y="6442710"/>
            <a:ext cx="609448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cap="none">
                <a:solidFill>
                  <a:srgbClr val="7E8FA6"/>
                </a:solidFill>
                <a:latin typeface="Calibri"/>
                <a:ea typeface="Calibri"/>
                <a:cs typeface="Calibri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207533761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F2C4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02" name="Google Shape;1802;g3f520f3c22e_2_1675">
            <a:extLst xmlns:a="http://schemas.openxmlformats.org/drawingml/2006/main">
              <a:ext uri="{FF2B5EF4-FFF2-40B4-BE49-F238E27FC236}">
                <a16:creationId xmlns:a16="http://schemas.microsoft.com/office/drawing/2014/main" id="{FBDD4C15-5688-40B2-AA8A-61415A059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1160" y="853440"/>
            <a:ext cx="1157950" cy="1042416"/>
          </a:xfrm>
          <a:custGeom xmlns:a="http://schemas.openxmlformats.org/drawingml/2006/main">
            <a:rect l="l" t="t" r="r" b="b"/>
            <a:pathLst>
              <a:path w="2316480" h="2084832">
                <a:moveTo>
                  <a:pt x="0" y="1042416"/>
                </a:moveTo>
                <a:lnTo>
                  <a:pt x="521208" y="0"/>
                </a:lnTo>
                <a:lnTo>
                  <a:pt x="1795272" y="0"/>
                </a:lnTo>
                <a:lnTo>
                  <a:pt x="2316480" y="1042416"/>
                </a:lnTo>
                <a:lnTo>
                  <a:pt x="1795272" y="2084832"/>
                </a:lnTo>
                <a:lnTo>
                  <a:pt x="521208" y="2084832"/>
                </a:lnTo>
                <a:close/>
              </a:path>
            </a:pathLst>
          </a:custGeom>
          <a:solidFill xmlns:a="http://schemas.openxmlformats.org/drawingml/2006/main">
            <a:srgbClr val="1B4470"/>
          </a:solidFill>
          <a:ln xmlns:a="http://schemas.openxmlformats.org/drawingml/2006/main">
            <a:noFill/>
          </a:ln>
        </p:spPr>
      </p:sp>
      <p:sp>
        <p:nvSpPr>
          <p:cNvPr id="1803" name="Google Shape;1803;g3f520f3c22e_2_1675">
            <a:extLst xmlns:a="http://schemas.openxmlformats.org/drawingml/2006/main">
              <a:ext uri="{FF2B5EF4-FFF2-40B4-BE49-F238E27FC236}">
                <a16:creationId xmlns:a16="http://schemas.microsoft.com/office/drawing/2014/main" id="{DE7A1A01-13EA-4313-983F-3C90D6696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6044" y="2072640"/>
            <a:ext cx="609448" cy="548640"/>
          </a:xfrm>
          <a:custGeom xmlns:a="http://schemas.openxmlformats.org/drawingml/2006/main">
            <a:rect l="l" t="t" r="r" b="b"/>
            <a:pathLst>
              <a:path w="1219200" h="1097280">
                <a:moveTo>
                  <a:pt x="0" y="548640"/>
                </a:moveTo>
                <a:lnTo>
                  <a:pt x="274320" y="0"/>
                </a:lnTo>
                <a:lnTo>
                  <a:pt x="944880" y="0"/>
                </a:lnTo>
                <a:lnTo>
                  <a:pt x="1219200" y="548640"/>
                </a:lnTo>
                <a:lnTo>
                  <a:pt x="944880" y="1097280"/>
                </a:lnTo>
                <a:lnTo>
                  <a:pt x="274320" y="1097280"/>
                </a:lnTo>
                <a:close/>
              </a:path>
            </a:pathLst>
          </a:custGeom>
          <a:solidFill xmlns:a="http://schemas.openxmlformats.org/drawingml/2006/main">
            <a:srgbClr val="38BDF8"/>
          </a:solidFill>
          <a:ln xmlns:a="http://schemas.openxmlformats.org/drawingml/2006/main">
            <a:noFill/>
          </a:ln>
        </p:spPr>
      </p:sp>
      <p:sp>
        <p:nvSpPr>
          <p:cNvPr id="1804" name="Google Shape;1804;g3f520f3c22e_2_1675">
            <a:extLst xmlns:a="http://schemas.openxmlformats.org/drawingml/2006/main">
              <a:ext uri="{FF2B5EF4-FFF2-40B4-BE49-F238E27FC236}">
                <a16:creationId xmlns:a16="http://schemas.microsoft.com/office/drawing/2014/main" id="{8704254D-3457-4852-93BD-A96490288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227" y="5120640"/>
            <a:ext cx="853226" cy="768096"/>
          </a:xfrm>
          <a:custGeom xmlns:a="http://schemas.openxmlformats.org/drawingml/2006/main">
            <a:rect l="l" t="t" r="r" b="b"/>
            <a:pathLst>
              <a:path w="1706880" h="1536192">
                <a:moveTo>
                  <a:pt x="0" y="768096"/>
                </a:moveTo>
                <a:lnTo>
                  <a:pt x="384048" y="0"/>
                </a:lnTo>
                <a:lnTo>
                  <a:pt x="1322832" y="0"/>
                </a:lnTo>
                <a:lnTo>
                  <a:pt x="1706880" y="768096"/>
                </a:lnTo>
                <a:lnTo>
                  <a:pt x="1322832" y="1536192"/>
                </a:lnTo>
                <a:lnTo>
                  <a:pt x="384048" y="1536192"/>
                </a:lnTo>
                <a:close/>
              </a:path>
            </a:pathLst>
          </a:custGeom>
          <a:solidFill xmlns:a="http://schemas.openxmlformats.org/drawingml/2006/main">
            <a:srgbClr val="1B4470"/>
          </a:solidFill>
          <a:ln xmlns:a="http://schemas.openxmlformats.org/drawingml/2006/main">
            <a:noFill/>
          </a:ln>
        </p:spPr>
      </p:sp>
      <p:sp>
        <p:nvSpPr>
          <p:cNvPr id="1805" name="Google Shape;1805;g3f520f3c22e_2_1675">
            <a:extLst xmlns:a="http://schemas.openxmlformats.org/drawingml/2006/main">
              <a:ext uri="{FF2B5EF4-FFF2-40B4-BE49-F238E27FC236}">
                <a16:creationId xmlns:a16="http://schemas.microsoft.com/office/drawing/2014/main" id="{1BEE0F9D-39A1-4414-A350-7D54EFE3B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5972" y="1097280"/>
            <a:ext cx="1097005" cy="1097280"/>
          </a:xfrm>
          <a:custGeom xmlns:a="http://schemas.openxmlformats.org/drawingml/2006/main">
            <a:rect l="l" t="t" r="r" b="b"/>
            <a:pathLst>
              <a:path w="2194560" h="2194560">
                <a:moveTo>
                  <a:pt x="0" y="1097280"/>
                </a:moveTo>
                <a:cubicBezTo>
                  <a:pt x="0" y="491236"/>
                  <a:pt x="491236" y="0"/>
                  <a:pt x="1097280" y="0"/>
                </a:cubicBezTo>
                <a:cubicBezTo>
                  <a:pt x="1703324" y="0"/>
                  <a:pt x="2194560" y="491236"/>
                  <a:pt x="2194560" y="1097280"/>
                </a:cubicBezTo>
                <a:cubicBezTo>
                  <a:pt x="2194560" y="1703324"/>
                  <a:pt x="1703324" y="2194560"/>
                  <a:pt x="1097280" y="2194560"/>
                </a:cubicBezTo>
                <a:cubicBezTo>
                  <a:pt x="491236" y="2194560"/>
                  <a:pt x="0" y="1703324"/>
                  <a:pt x="0" y="1097280"/>
                </a:cubicBezTo>
                <a:close/>
              </a:path>
            </a:pathLst>
          </a:custGeom>
          <a:solidFill xmlns:a="http://schemas.openxmlformats.org/drawingml/2006/main">
            <a:srgbClr val="4A6FA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0950" tIns="60950" rIns="60950" bIns="6095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806" name="Google Shape;1806;g3f520f3c22e_2_1675">
            <a:extLst xmlns:a="http://schemas.openxmlformats.org/drawingml/2006/main">
              <a:ext uri="{FF2B5EF4-FFF2-40B4-BE49-F238E27FC236}">
                <a16:creationId xmlns:a16="http://schemas.microsoft.com/office/drawing/2014/main" id="{764A6B8A-8F03-4F5F-BEFA-A43B20744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4129" y="1365504"/>
            <a:ext cx="560692" cy="560832"/>
          </a:xfrm>
          <a:custGeom xmlns:a="http://schemas.openxmlformats.org/drawingml/2006/main">
            <a:rect l="l" t="t" r="r" b="b"/>
            <a:pathLst>
              <a:path w="1121664" h="1121664">
                <a:moveTo>
                  <a:pt x="0" y="0"/>
                </a:moveTo>
                <a:lnTo>
                  <a:pt x="1121664" y="0"/>
                </a:lnTo>
                <a:lnTo>
                  <a:pt x="1121664" y="1121664"/>
                </a:lnTo>
                <a:lnTo>
                  <a:pt x="0" y="1121664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682cf592716c4eb1">
              <a:alphaModFix/>
            </a:blip>
            <a:stretch>
              <a:fillRect l="0" t="0" r="0" b="0"/>
            </a:stretch>
          </a:blipFill>
          <a:ln xmlns:a="http://schemas.openxmlformats.org/drawingml/2006/main">
            <a:noFill/>
          </a:ln>
        </p:spPr>
      </p:sp>
      <p:sp>
        <p:nvSpPr>
          <p:cNvPr id="1808" name="Google Shape;1808;g3f520f3c22e_2_1675">
            <a:extLst xmlns:a="http://schemas.openxmlformats.org/drawingml/2006/main">
              <a:ext uri="{FF2B5EF4-FFF2-40B4-BE49-F238E27FC236}">
                <a16:creationId xmlns:a16="http://schemas.microsoft.com/office/drawing/2014/main" id="{345B4303-176F-46E3-B9F6-AAAA17A60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1337" y="2499360"/>
            <a:ext cx="10726276" cy="975359"/>
          </a:xfrm>
          <a:custGeom xmlns:a="http://schemas.openxmlformats.org/drawingml/2006/main">
            <a:rect l="l" t="t" r="r" b="b"/>
            <a:pathLst>
              <a:path w="21457920" h="1950720">
                <a:moveTo>
                  <a:pt x="0" y="0"/>
                </a:moveTo>
                <a:lnTo>
                  <a:pt x="21457920" y="0"/>
                </a:lnTo>
                <a:lnTo>
                  <a:pt x="21457920" y="1950720"/>
                </a:lnTo>
                <a:lnTo>
                  <a:pt x="0" y="1950720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173c6e6da726431e">
              <a:alphaModFix amt="0"/>
            </a:blip>
            <a:stretch>
              <a:fillRect l="0" t="-164335" r="0" b="-164335"/>
            </a:stretch>
          </a:blipFill>
          <a:ln xmlns:a="http://schemas.openxmlformats.org/drawingml/2006/main">
            <a:noFill/>
          </a:ln>
        </p:spPr>
      </p:sp>
      <p:sp>
        <p:nvSpPr>
          <p:cNvPr id="1809" name="Google Shape;1809;g3f520f3c22e_2_1675">
            <a:extLst xmlns:a="http://schemas.openxmlformats.org/drawingml/2006/main">
              <a:ext uri="{FF2B5EF4-FFF2-40B4-BE49-F238E27FC236}">
                <a16:creationId xmlns:a16="http://schemas.microsoft.com/office/drawing/2014/main" id="{AF40E39C-8006-4782-A84A-4394A033E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1337" y="2418398"/>
            <a:ext cx="10726276" cy="10563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300" b="1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Perguntas?</a:t>
            </a:r>
          </a:p>
        </p:txBody>
      </p:sp>
      <p:sp>
        <p:nvSpPr>
          <p:cNvPr id="1811" name="Google Shape;1811;g3f520f3c22e_2_1675">
            <a:extLst xmlns:a="http://schemas.openxmlformats.org/drawingml/2006/main">
              <a:ext uri="{FF2B5EF4-FFF2-40B4-BE49-F238E27FC236}">
                <a16:creationId xmlns:a16="http://schemas.microsoft.com/office/drawing/2014/main" id="{447FFE30-F32D-4C3D-BC73-13B8013B6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1337" y="3596640"/>
            <a:ext cx="10726276" cy="487680"/>
          </a:xfrm>
          <a:custGeom xmlns:a="http://schemas.openxmlformats.org/drawingml/2006/main">
            <a:rect l="l" t="t" r="r" b="b"/>
            <a:pathLst>
              <a:path w="21457920" h="975360">
                <a:moveTo>
                  <a:pt x="0" y="0"/>
                </a:moveTo>
                <a:lnTo>
                  <a:pt x="21457920" y="0"/>
                </a:lnTo>
                <a:lnTo>
                  <a:pt x="21457920" y="975360"/>
                </a:lnTo>
                <a:lnTo>
                  <a:pt x="0" y="975360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173c6e6da726431e">
              <a:alphaModFix amt="0"/>
            </a:blip>
            <a:stretch>
              <a:fillRect l="0" t="-378669" r="0" b="-378669"/>
            </a:stretch>
          </a:blipFill>
          <a:ln xmlns:a="http://schemas.openxmlformats.org/drawingml/2006/main">
            <a:noFill/>
          </a:ln>
        </p:spPr>
      </p:sp>
      <p:sp>
        <p:nvSpPr>
          <p:cNvPr id="1812" name="Google Shape;1812;g3f520f3c22e_2_1675">
            <a:extLst xmlns:a="http://schemas.openxmlformats.org/drawingml/2006/main">
              <a:ext uri="{FF2B5EF4-FFF2-40B4-BE49-F238E27FC236}">
                <a16:creationId xmlns:a16="http://schemas.microsoft.com/office/drawing/2014/main" id="{FD220F96-F3D3-46BC-9A03-BC8F94D3F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1337" y="3568065"/>
            <a:ext cx="10726276" cy="5162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 i="0" u="none" cap="none">
                <a:solidFill>
                  <a:srgbClr val="C9D7EA"/>
                </a:solidFill>
                <a:latin typeface="Calibri"/>
                <a:ea typeface="Calibri"/>
                <a:cs typeface="Calibri"/>
              </a:rPr>
              <a:t>Air Sense · da bancada à nuvem</a:t>
            </a:r>
          </a:p>
        </p:txBody>
      </p:sp>
      <p:sp>
        <p:nvSpPr>
          <p:cNvPr id="1814" name="Google Shape;1814;g3f520f3c22e_2_1675">
            <a:extLst xmlns:a="http://schemas.openxmlformats.org/drawingml/2006/main">
              <a:ext uri="{FF2B5EF4-FFF2-40B4-BE49-F238E27FC236}">
                <a16:creationId xmlns:a16="http://schemas.microsoft.com/office/drawing/2014/main" id="{01461B25-8C8C-42D2-BE1B-7ED33C6A8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1337" y="4328160"/>
            <a:ext cx="10726276" cy="426720"/>
          </a:xfrm>
          <a:custGeom xmlns:a="http://schemas.openxmlformats.org/drawingml/2006/main">
            <a:rect l="l" t="t" r="r" b="b"/>
            <a:pathLst>
              <a:path w="21457920" h="853440">
                <a:moveTo>
                  <a:pt x="0" y="0"/>
                </a:moveTo>
                <a:lnTo>
                  <a:pt x="21457920" y="0"/>
                </a:lnTo>
                <a:lnTo>
                  <a:pt x="21457920" y="853440"/>
                </a:lnTo>
                <a:lnTo>
                  <a:pt x="0" y="853440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173c6e6da726431e">
              <a:alphaModFix amt="0"/>
            </a:blip>
            <a:stretch>
              <a:fillRect l="0" t="-439908" r="0" b="-439908"/>
            </a:stretch>
          </a:blipFill>
          <a:ln xmlns:a="http://schemas.openxmlformats.org/drawingml/2006/main">
            <a:noFill/>
          </a:ln>
        </p:spPr>
      </p:sp>
      <p:sp>
        <p:nvSpPr>
          <p:cNvPr id="1815" name="Google Shape;1815;g3f520f3c22e_2_1675">
            <a:extLst xmlns:a="http://schemas.openxmlformats.org/drawingml/2006/main">
              <a:ext uri="{FF2B5EF4-FFF2-40B4-BE49-F238E27FC236}">
                <a16:creationId xmlns:a16="http://schemas.microsoft.com/office/drawing/2014/main" id="{C4226A60-DB55-46E0-840C-498C7D34F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1337" y="4309110"/>
            <a:ext cx="10726276" cy="4457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0" u="none" cap="none">
                <a:solidFill>
                  <a:srgbClr val="9FB4CE"/>
                </a:solidFill>
                <a:latin typeface="Calibri"/>
                <a:ea typeface="Calibri"/>
                <a:cs typeface="Calibri"/>
              </a:rPr>
              <a:t>Grupo 6 · Universidade Federal de Goiás · Projeto acadêmico de IoT</a:t>
            </a:r>
          </a:p>
        </p:txBody>
      </p:sp>
      <p:sp>
        <p:nvSpPr>
          <p:cNvPr id="1817" name="Google Shape;1817;g3f520f3c22e_2_1675">
            <a:extLst xmlns:a="http://schemas.openxmlformats.org/drawingml/2006/main">
              <a:ext uri="{FF2B5EF4-FFF2-40B4-BE49-F238E27FC236}">
                <a16:creationId xmlns:a16="http://schemas.microsoft.com/office/drawing/2014/main" id="{3E77018A-411A-498F-A19D-E0087564A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1337" y="6461760"/>
            <a:ext cx="6703923" cy="304800"/>
          </a:xfrm>
          <a:custGeom xmlns:a="http://schemas.openxmlformats.org/drawingml/2006/main">
            <a:rect l="l" t="t" r="r" b="b"/>
            <a:pathLst>
              <a:path w="13411200" h="609600">
                <a:moveTo>
                  <a:pt x="0" y="0"/>
                </a:moveTo>
                <a:lnTo>
                  <a:pt x="13411200" y="0"/>
                </a:lnTo>
                <a:lnTo>
                  <a:pt x="13411200" y="609600"/>
                </a:lnTo>
                <a:lnTo>
                  <a:pt x="0" y="609600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173c6e6da726431e">
              <a:alphaModFix amt="0"/>
            </a:blip>
            <a:stretch>
              <a:fillRect l="0" t="-378669" r="0" b="-378669"/>
            </a:stretch>
          </a:blipFill>
          <a:ln xmlns:a="http://schemas.openxmlformats.org/drawingml/2006/main">
            <a:noFill/>
          </a:ln>
        </p:spPr>
      </p:sp>
      <p:sp>
        <p:nvSpPr>
          <p:cNvPr id="1818" name="Google Shape;1818;g3f520f3c22e_2_1675">
            <a:extLst xmlns:a="http://schemas.openxmlformats.org/drawingml/2006/main">
              <a:ext uri="{FF2B5EF4-FFF2-40B4-BE49-F238E27FC236}">
                <a16:creationId xmlns:a16="http://schemas.microsoft.com/office/drawing/2014/main" id="{6B686D5C-6C17-4CFA-BE37-5EA3C1963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1337" y="6442710"/>
            <a:ext cx="6703923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cap="none">
                <a:solidFill>
                  <a:srgbClr val="6E85A3"/>
                </a:solidFill>
                <a:latin typeface="Calibri"/>
                <a:ea typeface="Calibri"/>
                <a:cs typeface="Calibri"/>
              </a:rPr>
              <a:t>Air Sense · ESP-WROOM-32 · qualidade do ar · protótipo acadêmico</a:t>
            </a:r>
          </a:p>
        </p:txBody>
      </p:sp>
      <p:sp>
        <p:nvSpPr>
          <p:cNvPr id="1820" name="Google Shape;1820;g3f520f3c22e_2_1675">
            <a:extLst xmlns:a="http://schemas.openxmlformats.org/drawingml/2006/main">
              <a:ext uri="{FF2B5EF4-FFF2-40B4-BE49-F238E27FC236}">
                <a16:creationId xmlns:a16="http://schemas.microsoft.com/office/drawing/2014/main" id="{29CA11FB-6C20-499E-8148-68B99F6DE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09110" y="6461760"/>
            <a:ext cx="609448" cy="304800"/>
          </a:xfrm>
          <a:custGeom xmlns:a="http://schemas.openxmlformats.org/drawingml/2006/main">
            <a:rect l="l" t="t" r="r" b="b"/>
            <a:pathLst>
              <a:path w="1219200" h="609600">
                <a:moveTo>
                  <a:pt x="0" y="0"/>
                </a:moveTo>
                <a:lnTo>
                  <a:pt x="1219200" y="0"/>
                </a:lnTo>
                <a:lnTo>
                  <a:pt x="1219200" y="609600"/>
                </a:lnTo>
                <a:lnTo>
                  <a:pt x="0" y="609600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173c6e6da726431e">
              <a:alphaModFix amt="0"/>
            </a:blip>
            <a:stretch>
              <a:fillRect l="-14150" t="0" r="-14150" b="0"/>
            </a:stretch>
          </a:blipFill>
          <a:ln xmlns:a="http://schemas.openxmlformats.org/drawingml/2006/main">
            <a:noFill/>
          </a:ln>
        </p:spPr>
      </p:sp>
      <p:sp>
        <p:nvSpPr>
          <p:cNvPr id="1821" name="Google Shape;1821;g3f520f3c22e_2_1675">
            <a:extLst xmlns:a="http://schemas.openxmlformats.org/drawingml/2006/main">
              <a:ext uri="{FF2B5EF4-FFF2-40B4-BE49-F238E27FC236}">
                <a16:creationId xmlns:a16="http://schemas.microsoft.com/office/drawing/2014/main" id="{5D3301BB-632B-4F2C-A4DC-876F3A3E8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09110" y="6442710"/>
            <a:ext cx="609448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cap="none">
                <a:solidFill>
                  <a:srgbClr val="6E85A3"/>
                </a:solidFill>
                <a:latin typeface="Calibri"/>
                <a:ea typeface="Calibri"/>
                <a:cs typeface="Calibri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747933331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2026-08-02T21:26:58.7150000Z</dcterms:created>
  <dcterms:modified xsi:type="dcterms:W3CDTF">2026-08-02T21:26:58.7150000Z</dcterms:modified>
</coreProperties>
</file>